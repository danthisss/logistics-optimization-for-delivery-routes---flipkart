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6981B8-547B-4E0E-B579-2E5EC11F3839}" v="335" dt="2025-11-18T02:11:45.0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etham Danthi" userId="376c2ca1a95b0592" providerId="LiveId" clId="{672A817C-D1BC-4BF6-BBE8-222F9A90DA6A}"/>
    <pc:docChg chg="undo custSel addSld delSld modSld">
      <pc:chgData name="Preetham Danthi" userId="376c2ca1a95b0592" providerId="LiveId" clId="{672A817C-D1BC-4BF6-BBE8-222F9A90DA6A}" dt="2025-11-18T02:14:06.937" v="4116" actId="20577"/>
      <pc:docMkLst>
        <pc:docMk/>
      </pc:docMkLst>
      <pc:sldChg chg="addSp delSp modSp mod setBg setClrOvrMap">
        <pc:chgData name="Preetham Danthi" userId="376c2ca1a95b0592" providerId="LiveId" clId="{672A817C-D1BC-4BF6-BBE8-222F9A90DA6A}" dt="2025-11-14T17:43:47.351" v="1475" actId="26606"/>
        <pc:sldMkLst>
          <pc:docMk/>
          <pc:sldMk cId="176021654" sldId="256"/>
        </pc:sldMkLst>
        <pc:spChg chg="mod">
          <ac:chgData name="Preetham Danthi" userId="376c2ca1a95b0592" providerId="LiveId" clId="{672A817C-D1BC-4BF6-BBE8-222F9A90DA6A}" dt="2025-11-14T17:43:47.351" v="1475" actId="26606"/>
          <ac:spMkLst>
            <pc:docMk/>
            <pc:sldMk cId="176021654" sldId="256"/>
            <ac:spMk id="2" creationId="{4A2A55BF-D07A-4CD9-DF7E-C5E633ECD347}"/>
          </ac:spMkLst>
        </pc:spChg>
        <pc:spChg chg="mod">
          <ac:chgData name="Preetham Danthi" userId="376c2ca1a95b0592" providerId="LiveId" clId="{672A817C-D1BC-4BF6-BBE8-222F9A90DA6A}" dt="2025-11-14T17:43:47.351" v="1475" actId="26606"/>
          <ac:spMkLst>
            <pc:docMk/>
            <pc:sldMk cId="176021654" sldId="256"/>
            <ac:spMk id="3" creationId="{9EDC4668-1109-6D13-F7D6-29BF89EB248F}"/>
          </ac:spMkLst>
        </pc:spChg>
      </pc:sldChg>
      <pc:sldChg chg="addSp delSp modSp mod setBg setClrOvrMap">
        <pc:chgData name="Preetham Danthi" userId="376c2ca1a95b0592" providerId="LiveId" clId="{672A817C-D1BC-4BF6-BBE8-222F9A90DA6A}" dt="2025-11-14T17:44:56.203" v="1497" actId="26606"/>
        <pc:sldMkLst>
          <pc:docMk/>
          <pc:sldMk cId="203654483" sldId="257"/>
        </pc:sldMkLst>
        <pc:spChg chg="mod">
          <ac:chgData name="Preetham Danthi" userId="376c2ca1a95b0592" providerId="LiveId" clId="{672A817C-D1BC-4BF6-BBE8-222F9A90DA6A}" dt="2025-11-14T17:44:56.203" v="1497" actId="26606"/>
          <ac:spMkLst>
            <pc:docMk/>
            <pc:sldMk cId="203654483" sldId="257"/>
            <ac:spMk id="2" creationId="{70EE2371-940B-873C-CD34-5212FE3E78A1}"/>
          </ac:spMkLst>
        </pc:spChg>
        <pc:spChg chg="add">
          <ac:chgData name="Preetham Danthi" userId="376c2ca1a95b0592" providerId="LiveId" clId="{672A817C-D1BC-4BF6-BBE8-222F9A90DA6A}" dt="2025-11-14T17:44:56.203" v="1497" actId="26606"/>
          <ac:spMkLst>
            <pc:docMk/>
            <pc:sldMk cId="203654483" sldId="257"/>
            <ac:spMk id="66" creationId="{6288FC2F-B192-42B2-90BE-517E1039BE0B}"/>
          </ac:spMkLst>
        </pc:spChg>
        <pc:spChg chg="add">
          <ac:chgData name="Preetham Danthi" userId="376c2ca1a95b0592" providerId="LiveId" clId="{672A817C-D1BC-4BF6-BBE8-222F9A90DA6A}" dt="2025-11-14T17:44:56.203" v="1497" actId="26606"/>
          <ac:spMkLst>
            <pc:docMk/>
            <pc:sldMk cId="203654483" sldId="257"/>
            <ac:spMk id="76" creationId="{CC28BCC9-4093-4FD5-83EB-7EC297F51396}"/>
          </ac:spMkLst>
        </pc:spChg>
        <pc:grpChg chg="add">
          <ac:chgData name="Preetham Danthi" userId="376c2ca1a95b0592" providerId="LiveId" clId="{672A817C-D1BC-4BF6-BBE8-222F9A90DA6A}" dt="2025-11-14T17:44:56.203" v="1497" actId="26606"/>
          <ac:grpSpMkLst>
            <pc:docMk/>
            <pc:sldMk cId="203654483" sldId="257"/>
            <ac:grpSpMk id="34" creationId="{E5D4A15D-C852-47D7-A7E3-7F8FEE9FCA9D}"/>
          </ac:grpSpMkLst>
        </pc:grpChg>
        <pc:grpChg chg="add">
          <ac:chgData name="Preetham Danthi" userId="376c2ca1a95b0592" providerId="LiveId" clId="{672A817C-D1BC-4BF6-BBE8-222F9A90DA6A}" dt="2025-11-14T17:44:56.203" v="1497" actId="26606"/>
          <ac:grpSpMkLst>
            <pc:docMk/>
            <pc:sldMk cId="203654483" sldId="257"/>
            <ac:grpSpMk id="67" creationId="{08BCF048-8940-4354-B9EC-5AD74E283CE3}"/>
          </ac:grpSpMkLst>
        </pc:grpChg>
        <pc:graphicFrameChg chg="add">
          <ac:chgData name="Preetham Danthi" userId="376c2ca1a95b0592" providerId="LiveId" clId="{672A817C-D1BC-4BF6-BBE8-222F9A90DA6A}" dt="2025-11-14T17:44:56.203" v="1497" actId="26606"/>
          <ac:graphicFrameMkLst>
            <pc:docMk/>
            <pc:sldMk cId="203654483" sldId="257"/>
            <ac:graphicFrameMk id="79" creationId="{169D8E0F-BD7A-1DF4-F916-6C3D307DD59D}"/>
          </ac:graphicFrameMkLst>
        </pc:graphicFrameChg>
      </pc:sldChg>
      <pc:sldChg chg="addSp delSp modSp mod setBg">
        <pc:chgData name="Preetham Danthi" userId="376c2ca1a95b0592" providerId="LiveId" clId="{672A817C-D1BC-4BF6-BBE8-222F9A90DA6A}" dt="2025-11-14T17:45:01.804" v="1498" actId="26606"/>
        <pc:sldMkLst>
          <pc:docMk/>
          <pc:sldMk cId="5841065" sldId="258"/>
        </pc:sldMkLst>
        <pc:spChg chg="mod">
          <ac:chgData name="Preetham Danthi" userId="376c2ca1a95b0592" providerId="LiveId" clId="{672A817C-D1BC-4BF6-BBE8-222F9A90DA6A}" dt="2025-11-14T17:45:01.804" v="1498" actId="26606"/>
          <ac:spMkLst>
            <pc:docMk/>
            <pc:sldMk cId="5841065" sldId="258"/>
            <ac:spMk id="2" creationId="{217BC6C8-DFCB-D0CB-E612-0B542A7DC68F}"/>
          </ac:spMkLst>
        </pc:spChg>
        <pc:spChg chg="add">
          <ac:chgData name="Preetham Danthi" userId="376c2ca1a95b0592" providerId="LiveId" clId="{672A817C-D1BC-4BF6-BBE8-222F9A90DA6A}" dt="2025-11-14T17:45:01.804" v="1498" actId="26606"/>
          <ac:spMkLst>
            <pc:docMk/>
            <pc:sldMk cId="5841065" sldId="258"/>
            <ac:spMk id="19" creationId="{CC28BCC9-4093-4FD5-83EB-7EC297F51396}"/>
          </ac:spMkLst>
        </pc:spChg>
        <pc:grpChg chg="add">
          <ac:chgData name="Preetham Danthi" userId="376c2ca1a95b0592" providerId="LiveId" clId="{672A817C-D1BC-4BF6-BBE8-222F9A90DA6A}" dt="2025-11-14T17:45:01.804" v="1498" actId="26606"/>
          <ac:grpSpMkLst>
            <pc:docMk/>
            <pc:sldMk cId="5841065" sldId="258"/>
            <ac:grpSpMk id="10" creationId="{08BCF048-8940-4354-B9EC-5AD74E283CE3}"/>
          </ac:grpSpMkLst>
        </pc:grpChg>
        <pc:graphicFrameChg chg="add">
          <ac:chgData name="Preetham Danthi" userId="376c2ca1a95b0592" providerId="LiveId" clId="{672A817C-D1BC-4BF6-BBE8-222F9A90DA6A}" dt="2025-11-14T17:45:01.804" v="1498" actId="26606"/>
          <ac:graphicFrameMkLst>
            <pc:docMk/>
            <pc:sldMk cId="5841065" sldId="258"/>
            <ac:graphicFrameMk id="6" creationId="{741873A4-901B-638E-A9BB-7B334EF17C7B}"/>
          </ac:graphicFrameMkLst>
        </pc:graphicFrameChg>
      </pc:sldChg>
      <pc:sldChg chg="addSp delSp modSp mod setBg setClrOvrMap">
        <pc:chgData name="Preetham Danthi" userId="376c2ca1a95b0592" providerId="LiveId" clId="{672A817C-D1BC-4BF6-BBE8-222F9A90DA6A}" dt="2025-11-14T17:45:22.289" v="1501" actId="26606"/>
        <pc:sldMkLst>
          <pc:docMk/>
          <pc:sldMk cId="3430413821" sldId="259"/>
        </pc:sldMkLst>
        <pc:spChg chg="mod">
          <ac:chgData name="Preetham Danthi" userId="376c2ca1a95b0592" providerId="LiveId" clId="{672A817C-D1BC-4BF6-BBE8-222F9A90DA6A}" dt="2025-11-14T17:45:22.289" v="1501" actId="26606"/>
          <ac:spMkLst>
            <pc:docMk/>
            <pc:sldMk cId="3430413821" sldId="259"/>
            <ac:spMk id="2" creationId="{E9B6CE1F-6703-1887-8305-984E00C341AB}"/>
          </ac:spMkLst>
        </pc:spChg>
        <pc:spChg chg="add">
          <ac:chgData name="Preetham Danthi" userId="376c2ca1a95b0592" providerId="LiveId" clId="{672A817C-D1BC-4BF6-BBE8-222F9A90DA6A}" dt="2025-11-14T17:45:22.289" v="1501" actId="26606"/>
          <ac:spMkLst>
            <pc:docMk/>
            <pc:sldMk cId="3430413821" sldId="259"/>
            <ac:spMk id="23" creationId="{F9ED434F-8767-46CC-B26B-5AF62FF01E66}"/>
          </ac:spMkLst>
        </pc:spChg>
        <pc:grpChg chg="add">
          <ac:chgData name="Preetham Danthi" userId="376c2ca1a95b0592" providerId="LiveId" clId="{672A817C-D1BC-4BF6-BBE8-222F9A90DA6A}" dt="2025-11-14T17:45:22.289" v="1501" actId="26606"/>
          <ac:grpSpMkLst>
            <pc:docMk/>
            <pc:sldMk cId="3430413821" sldId="259"/>
            <ac:grpSpMk id="20" creationId="{2F448CB3-7B4F-45D7-B7C0-DF553DF61453}"/>
          </ac:grpSpMkLst>
        </pc:grpChg>
        <pc:graphicFrameChg chg="add">
          <ac:chgData name="Preetham Danthi" userId="376c2ca1a95b0592" providerId="LiveId" clId="{672A817C-D1BC-4BF6-BBE8-222F9A90DA6A}" dt="2025-11-14T17:45:22.289" v="1501" actId="26606"/>
          <ac:graphicFrameMkLst>
            <pc:docMk/>
            <pc:sldMk cId="3430413821" sldId="259"/>
            <ac:graphicFrameMk id="24" creationId="{5C413E18-4DC5-08C6-A30C-4C1F8C0D3F67}"/>
          </ac:graphicFrameMkLst>
        </pc:graphicFrameChg>
      </pc:sldChg>
      <pc:sldChg chg="addSp delSp modSp mod setBg">
        <pc:chgData name="Preetham Danthi" userId="376c2ca1a95b0592" providerId="LiveId" clId="{672A817C-D1BC-4BF6-BBE8-222F9A90DA6A}" dt="2025-11-15T06:07:36.353" v="2051" actId="1035"/>
        <pc:sldMkLst>
          <pc:docMk/>
          <pc:sldMk cId="1267451667" sldId="260"/>
        </pc:sldMkLst>
        <pc:spChg chg="mod">
          <ac:chgData name="Preetham Danthi" userId="376c2ca1a95b0592" providerId="LiveId" clId="{672A817C-D1BC-4BF6-BBE8-222F9A90DA6A}" dt="2025-11-15T06:07:36.353" v="2051" actId="1035"/>
          <ac:spMkLst>
            <pc:docMk/>
            <pc:sldMk cId="1267451667" sldId="260"/>
            <ac:spMk id="2" creationId="{588ADCDE-F200-B094-BAC4-B5E2E735EB87}"/>
          </ac:spMkLst>
        </pc:spChg>
      </pc:sldChg>
      <pc:sldChg chg="addSp delSp modSp mod setBg setClrOvrMap">
        <pc:chgData name="Preetham Danthi" userId="376c2ca1a95b0592" providerId="LiveId" clId="{672A817C-D1BC-4BF6-BBE8-222F9A90DA6A}" dt="2025-11-14T17:46:16.768" v="1506" actId="26606"/>
        <pc:sldMkLst>
          <pc:docMk/>
          <pc:sldMk cId="2559878170" sldId="261"/>
        </pc:sldMkLst>
        <pc:spChg chg="mod">
          <ac:chgData name="Preetham Danthi" userId="376c2ca1a95b0592" providerId="LiveId" clId="{672A817C-D1BC-4BF6-BBE8-222F9A90DA6A}" dt="2025-11-14T17:46:16.768" v="1506" actId="26606"/>
          <ac:spMkLst>
            <pc:docMk/>
            <pc:sldMk cId="2559878170" sldId="261"/>
            <ac:spMk id="2" creationId="{93111EF8-B98A-C8BC-8F92-00DF46A6DD03}"/>
          </ac:spMkLst>
        </pc:spChg>
        <pc:spChg chg="add">
          <ac:chgData name="Preetham Danthi" userId="376c2ca1a95b0592" providerId="LiveId" clId="{672A817C-D1BC-4BF6-BBE8-222F9A90DA6A}" dt="2025-11-14T17:46:16.768" v="1506" actId="26606"/>
          <ac:spMkLst>
            <pc:docMk/>
            <pc:sldMk cId="2559878170" sldId="261"/>
            <ac:spMk id="9" creationId="{324E43EB-867C-4B35-9A5C-E435157C7297}"/>
          </ac:spMkLst>
        </pc:spChg>
        <pc:spChg chg="add">
          <ac:chgData name="Preetham Danthi" userId="376c2ca1a95b0592" providerId="LiveId" clId="{672A817C-D1BC-4BF6-BBE8-222F9A90DA6A}" dt="2025-11-14T17:46:16.768" v="1506" actId="26606"/>
          <ac:spMkLst>
            <pc:docMk/>
            <pc:sldMk cId="2559878170" sldId="261"/>
            <ac:spMk id="13" creationId="{9CEA1DEC-CC9E-4776-9E08-048A15BFA6CA}"/>
          </ac:spMkLst>
        </pc:spChg>
        <pc:spChg chg="add">
          <ac:chgData name="Preetham Danthi" userId="376c2ca1a95b0592" providerId="LiveId" clId="{672A817C-D1BC-4BF6-BBE8-222F9A90DA6A}" dt="2025-11-14T17:46:16.768" v="1506" actId="26606"/>
          <ac:spMkLst>
            <pc:docMk/>
            <pc:sldMk cId="2559878170" sldId="261"/>
            <ac:spMk id="15" creationId="{9CE399CF-F4B8-4832-A8CB-B93F6B1EF44B}"/>
          </ac:spMkLst>
        </pc:spChg>
        <pc:spChg chg="add">
          <ac:chgData name="Preetham Danthi" userId="376c2ca1a95b0592" providerId="LiveId" clId="{672A817C-D1BC-4BF6-BBE8-222F9A90DA6A}" dt="2025-11-14T17:46:16.768" v="1506" actId="26606"/>
          <ac:spMkLst>
            <pc:docMk/>
            <pc:sldMk cId="2559878170" sldId="261"/>
            <ac:spMk id="16" creationId="{A7C0F5DA-B59F-4F13-8BB8-FFD8F2C572BC}"/>
          </ac:spMkLst>
        </pc:spChg>
        <pc:spChg chg="add">
          <ac:chgData name="Preetham Danthi" userId="376c2ca1a95b0592" providerId="LiveId" clId="{672A817C-D1BC-4BF6-BBE8-222F9A90DA6A}" dt="2025-11-14T17:46:16.768" v="1506" actId="26606"/>
          <ac:spMkLst>
            <pc:docMk/>
            <pc:sldMk cId="2559878170" sldId="261"/>
            <ac:spMk id="17" creationId="{1F23E73A-FDC8-462C-83C1-3AA8961449CF}"/>
          </ac:spMkLst>
        </pc:spChg>
        <pc:spChg chg="add">
          <ac:chgData name="Preetham Danthi" userId="376c2ca1a95b0592" providerId="LiveId" clId="{672A817C-D1BC-4BF6-BBE8-222F9A90DA6A}" dt="2025-11-14T17:46:16.768" v="1506" actId="26606"/>
          <ac:spMkLst>
            <pc:docMk/>
            <pc:sldMk cId="2559878170" sldId="261"/>
            <ac:spMk id="18" creationId="{45796F45-F148-BE33-D74B-332B1D0DD473}"/>
          </ac:spMkLst>
        </pc:spChg>
      </pc:sldChg>
      <pc:sldChg chg="modSp mod">
        <pc:chgData name="Preetham Danthi" userId="376c2ca1a95b0592" providerId="LiveId" clId="{672A817C-D1BC-4BF6-BBE8-222F9A90DA6A}" dt="2025-11-15T06:07:53.537" v="2052" actId="123"/>
        <pc:sldMkLst>
          <pc:docMk/>
          <pc:sldMk cId="824461047" sldId="262"/>
        </pc:sldMkLst>
        <pc:spChg chg="mod">
          <ac:chgData name="Preetham Danthi" userId="376c2ca1a95b0592" providerId="LiveId" clId="{672A817C-D1BC-4BF6-BBE8-222F9A90DA6A}" dt="2025-11-15T06:07:53.537" v="2052" actId="123"/>
          <ac:spMkLst>
            <pc:docMk/>
            <pc:sldMk cId="824461047" sldId="262"/>
            <ac:spMk id="2" creationId="{B22CF653-AED6-76FC-BD26-26CC1CA03A29}"/>
          </ac:spMkLst>
        </pc:spChg>
      </pc:sldChg>
      <pc:sldChg chg="addSp modSp mod setBg">
        <pc:chgData name="Preetham Danthi" userId="376c2ca1a95b0592" providerId="LiveId" clId="{672A817C-D1BC-4BF6-BBE8-222F9A90DA6A}" dt="2025-11-14T17:46:51.642" v="1507" actId="26606"/>
        <pc:sldMkLst>
          <pc:docMk/>
          <pc:sldMk cId="4104545318" sldId="263"/>
        </pc:sldMkLst>
        <pc:spChg chg="mod">
          <ac:chgData name="Preetham Danthi" userId="376c2ca1a95b0592" providerId="LiveId" clId="{672A817C-D1BC-4BF6-BBE8-222F9A90DA6A}" dt="2025-11-14T17:46:51.642" v="1507" actId="26606"/>
          <ac:spMkLst>
            <pc:docMk/>
            <pc:sldMk cId="4104545318" sldId="263"/>
            <ac:spMk id="2" creationId="{6D0D5756-63AD-F1FF-EB9E-C205B38D9C9D}"/>
          </ac:spMkLst>
        </pc:spChg>
        <pc:spChg chg="mod">
          <ac:chgData name="Preetham Danthi" userId="376c2ca1a95b0592" providerId="LiveId" clId="{672A817C-D1BC-4BF6-BBE8-222F9A90DA6A}" dt="2025-11-14T17:46:51.642" v="1507" actId="26606"/>
          <ac:spMkLst>
            <pc:docMk/>
            <pc:sldMk cId="4104545318" sldId="263"/>
            <ac:spMk id="3" creationId="{48ECE9F0-8081-DB5A-8739-4B958F7F21CF}"/>
          </ac:spMkLst>
        </pc:spChg>
        <pc:spChg chg="add">
          <ac:chgData name="Preetham Danthi" userId="376c2ca1a95b0592" providerId="LiveId" clId="{672A817C-D1BC-4BF6-BBE8-222F9A90DA6A}" dt="2025-11-14T17:46:51.642" v="1507" actId="26606"/>
          <ac:spMkLst>
            <pc:docMk/>
            <pc:sldMk cId="4104545318" sldId="263"/>
            <ac:spMk id="8" creationId="{324E43EB-867C-4B35-9A5C-E435157C7297}"/>
          </ac:spMkLst>
        </pc:spChg>
        <pc:spChg chg="add">
          <ac:chgData name="Preetham Danthi" userId="376c2ca1a95b0592" providerId="LiveId" clId="{672A817C-D1BC-4BF6-BBE8-222F9A90DA6A}" dt="2025-11-14T17:46:51.642" v="1507" actId="26606"/>
          <ac:spMkLst>
            <pc:docMk/>
            <pc:sldMk cId="4104545318" sldId="263"/>
            <ac:spMk id="10" creationId="{A7C0F5DA-B59F-4F13-8BB8-FFD8F2C572BC}"/>
          </ac:spMkLst>
        </pc:spChg>
        <pc:spChg chg="add">
          <ac:chgData name="Preetham Danthi" userId="376c2ca1a95b0592" providerId="LiveId" clId="{672A817C-D1BC-4BF6-BBE8-222F9A90DA6A}" dt="2025-11-14T17:46:51.642" v="1507" actId="26606"/>
          <ac:spMkLst>
            <pc:docMk/>
            <pc:sldMk cId="4104545318" sldId="263"/>
            <ac:spMk id="12" creationId="{9CEA1DEC-CC9E-4776-9E08-048A15BFA6CA}"/>
          </ac:spMkLst>
        </pc:spChg>
        <pc:spChg chg="add">
          <ac:chgData name="Preetham Danthi" userId="376c2ca1a95b0592" providerId="LiveId" clId="{672A817C-D1BC-4BF6-BBE8-222F9A90DA6A}" dt="2025-11-14T17:46:51.642" v="1507" actId="26606"/>
          <ac:spMkLst>
            <pc:docMk/>
            <pc:sldMk cId="4104545318" sldId="263"/>
            <ac:spMk id="14" creationId="{9CE399CF-F4B8-4832-A8CB-B93F6B1EF44B}"/>
          </ac:spMkLst>
        </pc:spChg>
        <pc:spChg chg="add">
          <ac:chgData name="Preetham Danthi" userId="376c2ca1a95b0592" providerId="LiveId" clId="{672A817C-D1BC-4BF6-BBE8-222F9A90DA6A}" dt="2025-11-14T17:46:51.642" v="1507" actId="26606"/>
          <ac:spMkLst>
            <pc:docMk/>
            <pc:sldMk cId="4104545318" sldId="263"/>
            <ac:spMk id="16" creationId="{1F23E73A-FDC8-462C-83C1-3AA8961449CF}"/>
          </ac:spMkLst>
        </pc:spChg>
      </pc:sldChg>
      <pc:sldChg chg="addSp modSp mod setBg">
        <pc:chgData name="Preetham Danthi" userId="376c2ca1a95b0592" providerId="LiveId" clId="{672A817C-D1BC-4BF6-BBE8-222F9A90DA6A}" dt="2025-11-14T17:47:07.863" v="1508" actId="26606"/>
        <pc:sldMkLst>
          <pc:docMk/>
          <pc:sldMk cId="631425734" sldId="265"/>
        </pc:sldMkLst>
        <pc:spChg chg="mod">
          <ac:chgData name="Preetham Danthi" userId="376c2ca1a95b0592" providerId="LiveId" clId="{672A817C-D1BC-4BF6-BBE8-222F9A90DA6A}" dt="2025-11-14T17:47:07.863" v="1508" actId="26606"/>
          <ac:spMkLst>
            <pc:docMk/>
            <pc:sldMk cId="631425734" sldId="265"/>
            <ac:spMk id="2" creationId="{AF74A33A-FA5A-5DFD-EFD6-B3E0C5FD1335}"/>
          </ac:spMkLst>
        </pc:spChg>
        <pc:spChg chg="mod">
          <ac:chgData name="Preetham Danthi" userId="376c2ca1a95b0592" providerId="LiveId" clId="{672A817C-D1BC-4BF6-BBE8-222F9A90DA6A}" dt="2025-11-14T17:47:07.863" v="1508" actId="26606"/>
          <ac:spMkLst>
            <pc:docMk/>
            <pc:sldMk cId="631425734" sldId="265"/>
            <ac:spMk id="3" creationId="{DBF989BC-74AA-748B-2CA4-D07DE55F5E15}"/>
          </ac:spMkLst>
        </pc:spChg>
        <pc:spChg chg="add">
          <ac:chgData name="Preetham Danthi" userId="376c2ca1a95b0592" providerId="LiveId" clId="{672A817C-D1BC-4BF6-BBE8-222F9A90DA6A}" dt="2025-11-14T17:47:07.863" v="1508" actId="26606"/>
          <ac:spMkLst>
            <pc:docMk/>
            <pc:sldMk cId="631425734" sldId="265"/>
            <ac:spMk id="8" creationId="{324E43EB-867C-4B35-9A5C-E435157C7297}"/>
          </ac:spMkLst>
        </pc:spChg>
        <pc:spChg chg="add">
          <ac:chgData name="Preetham Danthi" userId="376c2ca1a95b0592" providerId="LiveId" clId="{672A817C-D1BC-4BF6-BBE8-222F9A90DA6A}" dt="2025-11-14T17:47:07.863" v="1508" actId="26606"/>
          <ac:spMkLst>
            <pc:docMk/>
            <pc:sldMk cId="631425734" sldId="265"/>
            <ac:spMk id="10" creationId="{A7C0F5DA-B59F-4F13-8BB8-FFD8F2C572BC}"/>
          </ac:spMkLst>
        </pc:spChg>
        <pc:spChg chg="add">
          <ac:chgData name="Preetham Danthi" userId="376c2ca1a95b0592" providerId="LiveId" clId="{672A817C-D1BC-4BF6-BBE8-222F9A90DA6A}" dt="2025-11-14T17:47:07.863" v="1508" actId="26606"/>
          <ac:spMkLst>
            <pc:docMk/>
            <pc:sldMk cId="631425734" sldId="265"/>
            <ac:spMk id="12" creationId="{9CEA1DEC-CC9E-4776-9E08-048A15BFA6CA}"/>
          </ac:spMkLst>
        </pc:spChg>
        <pc:spChg chg="add">
          <ac:chgData name="Preetham Danthi" userId="376c2ca1a95b0592" providerId="LiveId" clId="{672A817C-D1BC-4BF6-BBE8-222F9A90DA6A}" dt="2025-11-14T17:47:07.863" v="1508" actId="26606"/>
          <ac:spMkLst>
            <pc:docMk/>
            <pc:sldMk cId="631425734" sldId="265"/>
            <ac:spMk id="14" creationId="{9CE399CF-F4B8-4832-A8CB-B93F6B1EF44B}"/>
          </ac:spMkLst>
        </pc:spChg>
        <pc:spChg chg="add">
          <ac:chgData name="Preetham Danthi" userId="376c2ca1a95b0592" providerId="LiveId" clId="{672A817C-D1BC-4BF6-BBE8-222F9A90DA6A}" dt="2025-11-14T17:47:07.863" v="1508" actId="26606"/>
          <ac:spMkLst>
            <pc:docMk/>
            <pc:sldMk cId="631425734" sldId="265"/>
            <ac:spMk id="16" creationId="{1F23E73A-FDC8-462C-83C1-3AA8961449CF}"/>
          </ac:spMkLst>
        </pc:spChg>
      </pc:sldChg>
      <pc:sldChg chg="modSp mod">
        <pc:chgData name="Preetham Danthi" userId="376c2ca1a95b0592" providerId="LiveId" clId="{672A817C-D1BC-4BF6-BBE8-222F9A90DA6A}" dt="2025-11-15T06:08:06.894" v="2053" actId="123"/>
        <pc:sldMkLst>
          <pc:docMk/>
          <pc:sldMk cId="3955015125" sldId="266"/>
        </pc:sldMkLst>
        <pc:spChg chg="mod">
          <ac:chgData name="Preetham Danthi" userId="376c2ca1a95b0592" providerId="LiveId" clId="{672A817C-D1BC-4BF6-BBE8-222F9A90DA6A}" dt="2025-11-15T06:08:06.894" v="2053" actId="123"/>
          <ac:spMkLst>
            <pc:docMk/>
            <pc:sldMk cId="3955015125" sldId="266"/>
            <ac:spMk id="2" creationId="{65D3390B-F781-4CD9-9392-D5409BEED9AF}"/>
          </ac:spMkLst>
        </pc:spChg>
      </pc:sldChg>
      <pc:sldChg chg="addSp modSp new mod setBg">
        <pc:chgData name="Preetham Danthi" userId="376c2ca1a95b0592" providerId="LiveId" clId="{672A817C-D1BC-4BF6-BBE8-222F9A90DA6A}" dt="2025-11-14T17:47:24.329" v="1509" actId="26606"/>
        <pc:sldMkLst>
          <pc:docMk/>
          <pc:sldMk cId="2637053794" sldId="267"/>
        </pc:sldMkLst>
        <pc:spChg chg="mod">
          <ac:chgData name="Preetham Danthi" userId="376c2ca1a95b0592" providerId="LiveId" clId="{672A817C-D1BC-4BF6-BBE8-222F9A90DA6A}" dt="2025-11-14T17:47:24.329" v="1509" actId="26606"/>
          <ac:spMkLst>
            <pc:docMk/>
            <pc:sldMk cId="2637053794" sldId="267"/>
            <ac:spMk id="2" creationId="{7CC7EF89-589A-E150-93F5-D0DFB934DA06}"/>
          </ac:spMkLst>
        </pc:spChg>
        <pc:spChg chg="mod">
          <ac:chgData name="Preetham Danthi" userId="376c2ca1a95b0592" providerId="LiveId" clId="{672A817C-D1BC-4BF6-BBE8-222F9A90DA6A}" dt="2025-11-14T17:47:24.329" v="1509" actId="26606"/>
          <ac:spMkLst>
            <pc:docMk/>
            <pc:sldMk cId="2637053794" sldId="267"/>
            <ac:spMk id="3" creationId="{E7EB67FA-D43E-40EF-6146-532064D3DA8A}"/>
          </ac:spMkLst>
        </pc:spChg>
        <pc:spChg chg="add">
          <ac:chgData name="Preetham Danthi" userId="376c2ca1a95b0592" providerId="LiveId" clId="{672A817C-D1BC-4BF6-BBE8-222F9A90DA6A}" dt="2025-11-14T17:47:24.329" v="1509" actId="26606"/>
          <ac:spMkLst>
            <pc:docMk/>
            <pc:sldMk cId="2637053794" sldId="267"/>
            <ac:spMk id="8" creationId="{324E43EB-867C-4B35-9A5C-E435157C7297}"/>
          </ac:spMkLst>
        </pc:spChg>
        <pc:spChg chg="add">
          <ac:chgData name="Preetham Danthi" userId="376c2ca1a95b0592" providerId="LiveId" clId="{672A817C-D1BC-4BF6-BBE8-222F9A90DA6A}" dt="2025-11-14T17:47:24.329" v="1509" actId="26606"/>
          <ac:spMkLst>
            <pc:docMk/>
            <pc:sldMk cId="2637053794" sldId="267"/>
            <ac:spMk id="10" creationId="{A7C0F5DA-B59F-4F13-8BB8-FFD8F2C572BC}"/>
          </ac:spMkLst>
        </pc:spChg>
        <pc:spChg chg="add">
          <ac:chgData name="Preetham Danthi" userId="376c2ca1a95b0592" providerId="LiveId" clId="{672A817C-D1BC-4BF6-BBE8-222F9A90DA6A}" dt="2025-11-14T17:47:24.329" v="1509" actId="26606"/>
          <ac:spMkLst>
            <pc:docMk/>
            <pc:sldMk cId="2637053794" sldId="267"/>
            <ac:spMk id="12" creationId="{9CEA1DEC-CC9E-4776-9E08-048A15BFA6CA}"/>
          </ac:spMkLst>
        </pc:spChg>
        <pc:spChg chg="add">
          <ac:chgData name="Preetham Danthi" userId="376c2ca1a95b0592" providerId="LiveId" clId="{672A817C-D1BC-4BF6-BBE8-222F9A90DA6A}" dt="2025-11-14T17:47:24.329" v="1509" actId="26606"/>
          <ac:spMkLst>
            <pc:docMk/>
            <pc:sldMk cId="2637053794" sldId="267"/>
            <ac:spMk id="14" creationId="{9CE399CF-F4B8-4832-A8CB-B93F6B1EF44B}"/>
          </ac:spMkLst>
        </pc:spChg>
        <pc:spChg chg="add">
          <ac:chgData name="Preetham Danthi" userId="376c2ca1a95b0592" providerId="LiveId" clId="{672A817C-D1BC-4BF6-BBE8-222F9A90DA6A}" dt="2025-11-14T17:47:24.329" v="1509" actId="26606"/>
          <ac:spMkLst>
            <pc:docMk/>
            <pc:sldMk cId="2637053794" sldId="267"/>
            <ac:spMk id="16" creationId="{1F23E73A-FDC8-462C-83C1-3AA8961449CF}"/>
          </ac:spMkLst>
        </pc:spChg>
      </pc:sldChg>
      <pc:sldChg chg="addSp modSp new mod">
        <pc:chgData name="Preetham Danthi" userId="376c2ca1a95b0592" providerId="LiveId" clId="{672A817C-D1BC-4BF6-BBE8-222F9A90DA6A}" dt="2025-11-15T06:08:16.088" v="2054" actId="123"/>
        <pc:sldMkLst>
          <pc:docMk/>
          <pc:sldMk cId="4086409959" sldId="268"/>
        </pc:sldMkLst>
        <pc:spChg chg="add mod">
          <ac:chgData name="Preetham Danthi" userId="376c2ca1a95b0592" providerId="LiveId" clId="{672A817C-D1BC-4BF6-BBE8-222F9A90DA6A}" dt="2025-11-15T06:08:16.088" v="2054" actId="123"/>
          <ac:spMkLst>
            <pc:docMk/>
            <pc:sldMk cId="4086409959" sldId="268"/>
            <ac:spMk id="2" creationId="{89015115-B5CB-9500-25CB-7956DA32F724}"/>
          </ac:spMkLst>
        </pc:spChg>
      </pc:sldChg>
      <pc:sldChg chg="addSp delSp modSp new mod setBg setClrOvrMap">
        <pc:chgData name="Preetham Danthi" userId="376c2ca1a95b0592" providerId="LiveId" clId="{672A817C-D1BC-4BF6-BBE8-222F9A90DA6A}" dt="2025-11-14T17:47:56.487" v="1510" actId="26606"/>
        <pc:sldMkLst>
          <pc:docMk/>
          <pc:sldMk cId="3925456597" sldId="269"/>
        </pc:sldMkLst>
        <pc:spChg chg="add mod">
          <ac:chgData name="Preetham Danthi" userId="376c2ca1a95b0592" providerId="LiveId" clId="{672A817C-D1BC-4BF6-BBE8-222F9A90DA6A}" dt="2025-11-14T17:47:56.487" v="1510" actId="26606"/>
          <ac:spMkLst>
            <pc:docMk/>
            <pc:sldMk cId="3925456597" sldId="269"/>
            <ac:spMk id="8" creationId="{4FF9DC6D-FE45-5AB7-7B17-D6FE17FFE2CC}"/>
          </ac:spMkLst>
        </pc:spChg>
        <pc:spChg chg="add">
          <ac:chgData name="Preetham Danthi" userId="376c2ca1a95b0592" providerId="LiveId" clId="{672A817C-D1BC-4BF6-BBE8-222F9A90DA6A}" dt="2025-11-14T17:47:56.487" v="1510" actId="26606"/>
          <ac:spMkLst>
            <pc:docMk/>
            <pc:sldMk cId="3925456597" sldId="269"/>
            <ac:spMk id="24" creationId="{079CE317-680B-449C-A423-71C1FE069B4C}"/>
          </ac:spMkLst>
        </pc:spChg>
        <pc:spChg chg="add">
          <ac:chgData name="Preetham Danthi" userId="376c2ca1a95b0592" providerId="LiveId" clId="{672A817C-D1BC-4BF6-BBE8-222F9A90DA6A}" dt="2025-11-14T17:47:56.487" v="1510" actId="26606"/>
          <ac:spMkLst>
            <pc:docMk/>
            <pc:sldMk cId="3925456597" sldId="269"/>
            <ac:spMk id="26" creationId="{643780CE-2BE5-46F6-97B2-60DF30217ED3}"/>
          </ac:spMkLst>
        </pc:spChg>
        <pc:spChg chg="add">
          <ac:chgData name="Preetham Danthi" userId="376c2ca1a95b0592" providerId="LiveId" clId="{672A817C-D1BC-4BF6-BBE8-222F9A90DA6A}" dt="2025-11-14T17:47:56.487" v="1510" actId="26606"/>
          <ac:spMkLst>
            <pc:docMk/>
            <pc:sldMk cId="3925456597" sldId="269"/>
            <ac:spMk id="28" creationId="{61A87A49-68E6-459E-A5A6-46229FF42125}"/>
          </ac:spMkLst>
        </pc:spChg>
        <pc:spChg chg="add">
          <ac:chgData name="Preetham Danthi" userId="376c2ca1a95b0592" providerId="LiveId" clId="{672A817C-D1BC-4BF6-BBE8-222F9A90DA6A}" dt="2025-11-14T17:47:56.487" v="1510" actId="26606"/>
          <ac:spMkLst>
            <pc:docMk/>
            <pc:sldMk cId="3925456597" sldId="269"/>
            <ac:spMk id="30" creationId="{F6ACD5FC-CAFE-48EB-B765-60EED2E052F0}"/>
          </ac:spMkLst>
        </pc:spChg>
        <pc:spChg chg="add">
          <ac:chgData name="Preetham Danthi" userId="376c2ca1a95b0592" providerId="LiveId" clId="{672A817C-D1BC-4BF6-BBE8-222F9A90DA6A}" dt="2025-11-14T17:47:56.487" v="1510" actId="26606"/>
          <ac:spMkLst>
            <pc:docMk/>
            <pc:sldMk cId="3925456597" sldId="269"/>
            <ac:spMk id="32" creationId="{9F33B405-D785-4738-B1C0-6A0AA5E98286}"/>
          </ac:spMkLst>
        </pc:spChg>
        <pc:spChg chg="add">
          <ac:chgData name="Preetham Danthi" userId="376c2ca1a95b0592" providerId="LiveId" clId="{672A817C-D1BC-4BF6-BBE8-222F9A90DA6A}" dt="2025-11-14T17:47:56.487" v="1510" actId="26606"/>
          <ac:spMkLst>
            <pc:docMk/>
            <pc:sldMk cId="3925456597" sldId="269"/>
            <ac:spMk id="34" creationId="{4233DC0E-DE6C-4FB6-A529-51B162641AB8}"/>
          </ac:spMkLst>
        </pc:spChg>
        <pc:spChg chg="add">
          <ac:chgData name="Preetham Danthi" userId="376c2ca1a95b0592" providerId="LiveId" clId="{672A817C-D1BC-4BF6-BBE8-222F9A90DA6A}" dt="2025-11-14T17:47:56.487" v="1510" actId="26606"/>
          <ac:spMkLst>
            <pc:docMk/>
            <pc:sldMk cId="3925456597" sldId="269"/>
            <ac:spMk id="36" creationId="{3870477F-E451-4BC3-863F-0E2FC572884B}"/>
          </ac:spMkLst>
        </pc:spChg>
        <pc:spChg chg="add">
          <ac:chgData name="Preetham Danthi" userId="376c2ca1a95b0592" providerId="LiveId" clId="{672A817C-D1BC-4BF6-BBE8-222F9A90DA6A}" dt="2025-11-14T17:47:56.487" v="1510" actId="26606"/>
          <ac:spMkLst>
            <pc:docMk/>
            <pc:sldMk cId="3925456597" sldId="269"/>
            <ac:spMk id="38" creationId="{B4A81DE1-E2BC-4A31-99EE-71350421B0EA}"/>
          </ac:spMkLst>
        </pc:spChg>
        <pc:picChg chg="add mod">
          <ac:chgData name="Preetham Danthi" userId="376c2ca1a95b0592" providerId="LiveId" clId="{672A817C-D1BC-4BF6-BBE8-222F9A90DA6A}" dt="2025-11-14T17:47:56.487" v="1510" actId="26606"/>
          <ac:picMkLst>
            <pc:docMk/>
            <pc:sldMk cId="3925456597" sldId="269"/>
            <ac:picMk id="7" creationId="{E93D80B6-F018-C248-37E2-E082C8E1B38A}"/>
          </ac:picMkLst>
        </pc:picChg>
      </pc:sldChg>
      <pc:sldChg chg="addSp modSp new mod setBg">
        <pc:chgData name="Preetham Danthi" userId="376c2ca1a95b0592" providerId="LiveId" clId="{672A817C-D1BC-4BF6-BBE8-222F9A90DA6A}" dt="2025-11-14T17:48:17.416" v="1511" actId="26606"/>
        <pc:sldMkLst>
          <pc:docMk/>
          <pc:sldMk cId="3400639800" sldId="270"/>
        </pc:sldMkLst>
        <pc:spChg chg="mod">
          <ac:chgData name="Preetham Danthi" userId="376c2ca1a95b0592" providerId="LiveId" clId="{672A817C-D1BC-4BF6-BBE8-222F9A90DA6A}" dt="2025-11-14T17:48:17.416" v="1511" actId="26606"/>
          <ac:spMkLst>
            <pc:docMk/>
            <pc:sldMk cId="3400639800" sldId="270"/>
            <ac:spMk id="2" creationId="{53A6E5B7-0D87-AEB7-10FC-6611C9A4F60B}"/>
          </ac:spMkLst>
        </pc:spChg>
        <pc:spChg chg="mod">
          <ac:chgData name="Preetham Danthi" userId="376c2ca1a95b0592" providerId="LiveId" clId="{672A817C-D1BC-4BF6-BBE8-222F9A90DA6A}" dt="2025-11-14T17:48:17.416" v="1511" actId="26606"/>
          <ac:spMkLst>
            <pc:docMk/>
            <pc:sldMk cId="3400639800" sldId="270"/>
            <ac:spMk id="3" creationId="{66DF3E23-5560-5775-46F1-A8A702BF9D47}"/>
          </ac:spMkLst>
        </pc:spChg>
        <pc:spChg chg="add">
          <ac:chgData name="Preetham Danthi" userId="376c2ca1a95b0592" providerId="LiveId" clId="{672A817C-D1BC-4BF6-BBE8-222F9A90DA6A}" dt="2025-11-14T17:48:17.416" v="1511" actId="26606"/>
          <ac:spMkLst>
            <pc:docMk/>
            <pc:sldMk cId="3400639800" sldId="270"/>
            <ac:spMk id="8" creationId="{324E43EB-867C-4B35-9A5C-E435157C7297}"/>
          </ac:spMkLst>
        </pc:spChg>
        <pc:spChg chg="add">
          <ac:chgData name="Preetham Danthi" userId="376c2ca1a95b0592" providerId="LiveId" clId="{672A817C-D1BC-4BF6-BBE8-222F9A90DA6A}" dt="2025-11-14T17:48:17.416" v="1511" actId="26606"/>
          <ac:spMkLst>
            <pc:docMk/>
            <pc:sldMk cId="3400639800" sldId="270"/>
            <ac:spMk id="10" creationId="{A7C0F5DA-B59F-4F13-8BB8-FFD8F2C572BC}"/>
          </ac:spMkLst>
        </pc:spChg>
        <pc:spChg chg="add">
          <ac:chgData name="Preetham Danthi" userId="376c2ca1a95b0592" providerId="LiveId" clId="{672A817C-D1BC-4BF6-BBE8-222F9A90DA6A}" dt="2025-11-14T17:48:17.416" v="1511" actId="26606"/>
          <ac:spMkLst>
            <pc:docMk/>
            <pc:sldMk cId="3400639800" sldId="270"/>
            <ac:spMk id="12" creationId="{9CEA1DEC-CC9E-4776-9E08-048A15BFA6CA}"/>
          </ac:spMkLst>
        </pc:spChg>
        <pc:spChg chg="add">
          <ac:chgData name="Preetham Danthi" userId="376c2ca1a95b0592" providerId="LiveId" clId="{672A817C-D1BC-4BF6-BBE8-222F9A90DA6A}" dt="2025-11-14T17:48:17.416" v="1511" actId="26606"/>
          <ac:spMkLst>
            <pc:docMk/>
            <pc:sldMk cId="3400639800" sldId="270"/>
            <ac:spMk id="14" creationId="{9CE399CF-F4B8-4832-A8CB-B93F6B1EF44B}"/>
          </ac:spMkLst>
        </pc:spChg>
        <pc:spChg chg="add">
          <ac:chgData name="Preetham Danthi" userId="376c2ca1a95b0592" providerId="LiveId" clId="{672A817C-D1BC-4BF6-BBE8-222F9A90DA6A}" dt="2025-11-14T17:48:17.416" v="1511" actId="26606"/>
          <ac:spMkLst>
            <pc:docMk/>
            <pc:sldMk cId="3400639800" sldId="270"/>
            <ac:spMk id="16" creationId="{1F23E73A-FDC8-462C-83C1-3AA8961449CF}"/>
          </ac:spMkLst>
        </pc:spChg>
      </pc:sldChg>
      <pc:sldChg chg="addSp delSp modSp new mod">
        <pc:chgData name="Preetham Danthi" userId="376c2ca1a95b0592" providerId="LiveId" clId="{672A817C-D1BC-4BF6-BBE8-222F9A90DA6A}" dt="2025-11-12T04:36:52.119" v="378" actId="2711"/>
        <pc:sldMkLst>
          <pc:docMk/>
          <pc:sldMk cId="1370851393" sldId="271"/>
        </pc:sldMkLst>
        <pc:spChg chg="add mod">
          <ac:chgData name="Preetham Danthi" userId="376c2ca1a95b0592" providerId="LiveId" clId="{672A817C-D1BC-4BF6-BBE8-222F9A90DA6A}" dt="2025-11-12T04:36:52.119" v="378" actId="2711"/>
          <ac:spMkLst>
            <pc:docMk/>
            <pc:sldMk cId="1370851393" sldId="271"/>
            <ac:spMk id="14" creationId="{9E226363-6B54-B386-6E80-C64CA56790E3}"/>
          </ac:spMkLst>
        </pc:spChg>
        <pc:graphicFrameChg chg="add mod">
          <ac:chgData name="Preetham Danthi" userId="376c2ca1a95b0592" providerId="LiveId" clId="{672A817C-D1BC-4BF6-BBE8-222F9A90DA6A}" dt="2025-11-12T04:33:00.591" v="357" actId="14100"/>
          <ac:graphicFrameMkLst>
            <pc:docMk/>
            <pc:sldMk cId="1370851393" sldId="271"/>
            <ac:graphicFrameMk id="13" creationId="{0536011D-56B1-8D49-88E6-C0324D629258}"/>
          </ac:graphicFrameMkLst>
        </pc:graphicFrameChg>
        <pc:picChg chg="add mod">
          <ac:chgData name="Preetham Danthi" userId="376c2ca1a95b0592" providerId="LiveId" clId="{672A817C-D1BC-4BF6-BBE8-222F9A90DA6A}" dt="2025-11-12T04:27:55.055" v="340" actId="1076"/>
          <ac:picMkLst>
            <pc:docMk/>
            <pc:sldMk cId="1370851393" sldId="271"/>
            <ac:picMk id="3" creationId="{7CF225D1-750B-08FF-50BD-B4F489ED229B}"/>
          </ac:picMkLst>
        </pc:picChg>
      </pc:sldChg>
      <pc:sldChg chg="addSp delSp modSp new mod setBg setClrOvrMap">
        <pc:chgData name="Preetham Danthi" userId="376c2ca1a95b0592" providerId="LiveId" clId="{672A817C-D1BC-4BF6-BBE8-222F9A90DA6A}" dt="2025-11-15T06:08:25.453" v="2055" actId="123"/>
        <pc:sldMkLst>
          <pc:docMk/>
          <pc:sldMk cId="4007692563" sldId="272"/>
        </pc:sldMkLst>
        <pc:spChg chg="mod">
          <ac:chgData name="Preetham Danthi" userId="376c2ca1a95b0592" providerId="LiveId" clId="{672A817C-D1BC-4BF6-BBE8-222F9A90DA6A}" dt="2025-11-14T17:48:37.895" v="1516" actId="26606"/>
          <ac:spMkLst>
            <pc:docMk/>
            <pc:sldMk cId="4007692563" sldId="272"/>
            <ac:spMk id="2" creationId="{F9C3518B-1264-E027-043E-A26D25F70C77}"/>
          </ac:spMkLst>
        </pc:spChg>
        <pc:spChg chg="add mod">
          <ac:chgData name="Preetham Danthi" userId="376c2ca1a95b0592" providerId="LiveId" clId="{672A817C-D1BC-4BF6-BBE8-222F9A90DA6A}" dt="2025-11-15T06:08:25.453" v="2055" actId="123"/>
          <ac:spMkLst>
            <pc:docMk/>
            <pc:sldMk cId="4007692563" sldId="272"/>
            <ac:spMk id="4" creationId="{603418D3-9DB2-CC02-71DD-F9C37FD2D8DB}"/>
          </ac:spMkLst>
        </pc:spChg>
        <pc:spChg chg="add">
          <ac:chgData name="Preetham Danthi" userId="376c2ca1a95b0592" providerId="LiveId" clId="{672A817C-D1BC-4BF6-BBE8-222F9A90DA6A}" dt="2025-11-14T17:48:37.895" v="1516" actId="26606"/>
          <ac:spMkLst>
            <pc:docMk/>
            <pc:sldMk cId="4007692563" sldId="272"/>
            <ac:spMk id="24" creationId="{324E43EB-867C-4B35-9A5C-E435157C7297}"/>
          </ac:spMkLst>
        </pc:spChg>
        <pc:spChg chg="add">
          <ac:chgData name="Preetham Danthi" userId="376c2ca1a95b0592" providerId="LiveId" clId="{672A817C-D1BC-4BF6-BBE8-222F9A90DA6A}" dt="2025-11-14T17:48:37.895" v="1516" actId="26606"/>
          <ac:spMkLst>
            <pc:docMk/>
            <pc:sldMk cId="4007692563" sldId="272"/>
            <ac:spMk id="25" creationId="{A7C0F5DA-B59F-4F13-8BB8-FFD8F2C572BC}"/>
          </ac:spMkLst>
        </pc:spChg>
        <pc:spChg chg="add">
          <ac:chgData name="Preetham Danthi" userId="376c2ca1a95b0592" providerId="LiveId" clId="{672A817C-D1BC-4BF6-BBE8-222F9A90DA6A}" dt="2025-11-14T17:48:37.895" v="1516" actId="26606"/>
          <ac:spMkLst>
            <pc:docMk/>
            <pc:sldMk cId="4007692563" sldId="272"/>
            <ac:spMk id="26" creationId="{9CEA1DEC-CC9E-4776-9E08-048A15BFA6CA}"/>
          </ac:spMkLst>
        </pc:spChg>
        <pc:spChg chg="add">
          <ac:chgData name="Preetham Danthi" userId="376c2ca1a95b0592" providerId="LiveId" clId="{672A817C-D1BC-4BF6-BBE8-222F9A90DA6A}" dt="2025-11-14T17:48:37.895" v="1516" actId="26606"/>
          <ac:spMkLst>
            <pc:docMk/>
            <pc:sldMk cId="4007692563" sldId="272"/>
            <ac:spMk id="27" creationId="{9CE399CF-F4B8-4832-A8CB-B93F6B1EF44B}"/>
          </ac:spMkLst>
        </pc:spChg>
        <pc:spChg chg="add">
          <ac:chgData name="Preetham Danthi" userId="376c2ca1a95b0592" providerId="LiveId" clId="{672A817C-D1BC-4BF6-BBE8-222F9A90DA6A}" dt="2025-11-14T17:48:37.895" v="1516" actId="26606"/>
          <ac:spMkLst>
            <pc:docMk/>
            <pc:sldMk cId="4007692563" sldId="272"/>
            <ac:spMk id="28" creationId="{1F23E73A-FDC8-462C-83C1-3AA8961449CF}"/>
          </ac:spMkLst>
        </pc:spChg>
      </pc:sldChg>
      <pc:sldChg chg="addSp delSp modSp new mod setBg setClrOvrMap">
        <pc:chgData name="Preetham Danthi" userId="376c2ca1a95b0592" providerId="LiveId" clId="{672A817C-D1BC-4BF6-BBE8-222F9A90DA6A}" dt="2025-11-14T17:48:55.173" v="1519" actId="26606"/>
        <pc:sldMkLst>
          <pc:docMk/>
          <pc:sldMk cId="3975157762" sldId="273"/>
        </pc:sldMkLst>
        <pc:spChg chg="add mod">
          <ac:chgData name="Preetham Danthi" userId="376c2ca1a95b0592" providerId="LiveId" clId="{672A817C-D1BC-4BF6-BBE8-222F9A90DA6A}" dt="2025-11-14T17:48:55.173" v="1519" actId="26606"/>
          <ac:spMkLst>
            <pc:docMk/>
            <pc:sldMk cId="3975157762" sldId="273"/>
            <ac:spMk id="4" creationId="{11C6047F-10EB-D87F-A94B-6BE0AB944DE2}"/>
          </ac:spMkLst>
        </pc:spChg>
        <pc:spChg chg="add">
          <ac:chgData name="Preetham Danthi" userId="376c2ca1a95b0592" providerId="LiveId" clId="{672A817C-D1BC-4BF6-BBE8-222F9A90DA6A}" dt="2025-11-14T17:48:55.173" v="1519" actId="26606"/>
          <ac:spMkLst>
            <pc:docMk/>
            <pc:sldMk cId="3975157762" sldId="273"/>
            <ac:spMk id="46" creationId="{079CE317-680B-449C-A423-71C1FE069B4C}"/>
          </ac:spMkLst>
        </pc:spChg>
        <pc:spChg chg="add">
          <ac:chgData name="Preetham Danthi" userId="376c2ca1a95b0592" providerId="LiveId" clId="{672A817C-D1BC-4BF6-BBE8-222F9A90DA6A}" dt="2025-11-14T17:48:55.173" v="1519" actId="26606"/>
          <ac:spMkLst>
            <pc:docMk/>
            <pc:sldMk cId="3975157762" sldId="273"/>
            <ac:spMk id="47" creationId="{F70C2B8F-6B1B-46D5-86E6-40F36C695FC2}"/>
          </ac:spMkLst>
        </pc:spChg>
        <pc:spChg chg="add">
          <ac:chgData name="Preetham Danthi" userId="376c2ca1a95b0592" providerId="LiveId" clId="{672A817C-D1BC-4BF6-BBE8-222F9A90DA6A}" dt="2025-11-14T17:48:55.173" v="1519" actId="26606"/>
          <ac:spMkLst>
            <pc:docMk/>
            <pc:sldMk cId="3975157762" sldId="273"/>
            <ac:spMk id="48" creationId="{DB521824-592C-476A-AB0A-CA0C6D1F3407}"/>
          </ac:spMkLst>
        </pc:spChg>
        <pc:spChg chg="add">
          <ac:chgData name="Preetham Danthi" userId="376c2ca1a95b0592" providerId="LiveId" clId="{672A817C-D1BC-4BF6-BBE8-222F9A90DA6A}" dt="2025-11-14T17:48:55.173" v="1519" actId="26606"/>
          <ac:spMkLst>
            <pc:docMk/>
            <pc:sldMk cId="3975157762" sldId="273"/>
            <ac:spMk id="49" creationId="{A2749EFA-8EE4-4EB8-9424-8E593B9320AD}"/>
          </ac:spMkLst>
        </pc:spChg>
        <pc:spChg chg="add">
          <ac:chgData name="Preetham Danthi" userId="376c2ca1a95b0592" providerId="LiveId" clId="{672A817C-D1BC-4BF6-BBE8-222F9A90DA6A}" dt="2025-11-14T17:48:55.173" v="1519" actId="26606"/>
          <ac:spMkLst>
            <pc:docMk/>
            <pc:sldMk cId="3975157762" sldId="273"/>
            <ac:spMk id="50" creationId="{B5C860C9-D4F9-4350-80DA-0D1CD36C7741}"/>
          </ac:spMkLst>
        </pc:spChg>
        <pc:spChg chg="add">
          <ac:chgData name="Preetham Danthi" userId="376c2ca1a95b0592" providerId="LiveId" clId="{672A817C-D1BC-4BF6-BBE8-222F9A90DA6A}" dt="2025-11-14T17:48:55.173" v="1519" actId="26606"/>
          <ac:spMkLst>
            <pc:docMk/>
            <pc:sldMk cId="3975157762" sldId="273"/>
            <ac:spMk id="51" creationId="{538A90C8-AE0E-4EBA-9AF8-EEDB206020E0}"/>
          </ac:spMkLst>
        </pc:spChg>
        <pc:grpChg chg="add">
          <ac:chgData name="Preetham Danthi" userId="376c2ca1a95b0592" providerId="LiveId" clId="{672A817C-D1BC-4BF6-BBE8-222F9A90DA6A}" dt="2025-11-14T17:48:55.173" v="1519" actId="26606"/>
          <ac:grpSpMkLst>
            <pc:docMk/>
            <pc:sldMk cId="3975157762" sldId="273"/>
            <ac:grpSpMk id="36" creationId="{DDA34B8A-FA8D-4E16-AD72-7B60B1C2582A}"/>
          </ac:grpSpMkLst>
        </pc:grpChg>
        <pc:picChg chg="add mod">
          <ac:chgData name="Preetham Danthi" userId="376c2ca1a95b0592" providerId="LiveId" clId="{672A817C-D1BC-4BF6-BBE8-222F9A90DA6A}" dt="2025-11-14T17:48:55.173" v="1519" actId="26606"/>
          <ac:picMkLst>
            <pc:docMk/>
            <pc:sldMk cId="3975157762" sldId="273"/>
            <ac:picMk id="3" creationId="{8345EA3C-57A3-A83C-DCBE-08764C22C8AE}"/>
          </ac:picMkLst>
        </pc:picChg>
      </pc:sldChg>
      <pc:sldChg chg="addSp modSp new mod setBg">
        <pc:chgData name="Preetham Danthi" userId="376c2ca1a95b0592" providerId="LiveId" clId="{672A817C-D1BC-4BF6-BBE8-222F9A90DA6A}" dt="2025-11-15T05:50:23.737" v="1841" actId="113"/>
        <pc:sldMkLst>
          <pc:docMk/>
          <pc:sldMk cId="1932871459" sldId="274"/>
        </pc:sldMkLst>
        <pc:spChg chg="mod">
          <ac:chgData name="Preetham Danthi" userId="376c2ca1a95b0592" providerId="LiveId" clId="{672A817C-D1BC-4BF6-BBE8-222F9A90DA6A}" dt="2025-11-14T17:49:40.030" v="1520" actId="26606"/>
          <ac:spMkLst>
            <pc:docMk/>
            <pc:sldMk cId="1932871459" sldId="274"/>
            <ac:spMk id="2" creationId="{35B90DF9-B8FE-2CED-0035-ED0619A5DD76}"/>
          </ac:spMkLst>
        </pc:spChg>
        <pc:spChg chg="mod">
          <ac:chgData name="Preetham Danthi" userId="376c2ca1a95b0592" providerId="LiveId" clId="{672A817C-D1BC-4BF6-BBE8-222F9A90DA6A}" dt="2025-11-15T05:50:23.737" v="1841" actId="113"/>
          <ac:spMkLst>
            <pc:docMk/>
            <pc:sldMk cId="1932871459" sldId="274"/>
            <ac:spMk id="3" creationId="{9DDEBEAD-02B7-716E-DDAB-A5000AF194F8}"/>
          </ac:spMkLst>
        </pc:spChg>
        <pc:spChg chg="add">
          <ac:chgData name="Preetham Danthi" userId="376c2ca1a95b0592" providerId="LiveId" clId="{672A817C-D1BC-4BF6-BBE8-222F9A90DA6A}" dt="2025-11-14T17:49:40.030" v="1520" actId="26606"/>
          <ac:spMkLst>
            <pc:docMk/>
            <pc:sldMk cId="1932871459" sldId="274"/>
            <ac:spMk id="8" creationId="{324E43EB-867C-4B35-9A5C-E435157C7297}"/>
          </ac:spMkLst>
        </pc:spChg>
        <pc:spChg chg="add">
          <ac:chgData name="Preetham Danthi" userId="376c2ca1a95b0592" providerId="LiveId" clId="{672A817C-D1BC-4BF6-BBE8-222F9A90DA6A}" dt="2025-11-14T17:49:40.030" v="1520" actId="26606"/>
          <ac:spMkLst>
            <pc:docMk/>
            <pc:sldMk cId="1932871459" sldId="274"/>
            <ac:spMk id="10" creationId="{A7C0F5DA-B59F-4F13-8BB8-FFD8F2C572BC}"/>
          </ac:spMkLst>
        </pc:spChg>
        <pc:spChg chg="add">
          <ac:chgData name="Preetham Danthi" userId="376c2ca1a95b0592" providerId="LiveId" clId="{672A817C-D1BC-4BF6-BBE8-222F9A90DA6A}" dt="2025-11-14T17:49:40.030" v="1520" actId="26606"/>
          <ac:spMkLst>
            <pc:docMk/>
            <pc:sldMk cId="1932871459" sldId="274"/>
            <ac:spMk id="12" creationId="{9CEA1DEC-CC9E-4776-9E08-048A15BFA6CA}"/>
          </ac:spMkLst>
        </pc:spChg>
        <pc:spChg chg="add">
          <ac:chgData name="Preetham Danthi" userId="376c2ca1a95b0592" providerId="LiveId" clId="{672A817C-D1BC-4BF6-BBE8-222F9A90DA6A}" dt="2025-11-14T17:49:40.030" v="1520" actId="26606"/>
          <ac:spMkLst>
            <pc:docMk/>
            <pc:sldMk cId="1932871459" sldId="274"/>
            <ac:spMk id="14" creationId="{9CE399CF-F4B8-4832-A8CB-B93F6B1EF44B}"/>
          </ac:spMkLst>
        </pc:spChg>
        <pc:spChg chg="add">
          <ac:chgData name="Preetham Danthi" userId="376c2ca1a95b0592" providerId="LiveId" clId="{672A817C-D1BC-4BF6-BBE8-222F9A90DA6A}" dt="2025-11-14T17:49:40.030" v="1520" actId="26606"/>
          <ac:spMkLst>
            <pc:docMk/>
            <pc:sldMk cId="1932871459" sldId="274"/>
            <ac:spMk id="16" creationId="{1F23E73A-FDC8-462C-83C1-3AA8961449CF}"/>
          </ac:spMkLst>
        </pc:spChg>
      </pc:sldChg>
      <pc:sldChg chg="addSp delSp modSp new mod">
        <pc:chgData name="Preetham Danthi" userId="376c2ca1a95b0592" providerId="LiveId" clId="{672A817C-D1BC-4BF6-BBE8-222F9A90DA6A}" dt="2025-11-15T06:08:41.424" v="2056" actId="123"/>
        <pc:sldMkLst>
          <pc:docMk/>
          <pc:sldMk cId="2652142319" sldId="275"/>
        </pc:sldMkLst>
        <pc:spChg chg="add mod">
          <ac:chgData name="Preetham Danthi" userId="376c2ca1a95b0592" providerId="LiveId" clId="{672A817C-D1BC-4BF6-BBE8-222F9A90DA6A}" dt="2025-11-15T06:08:41.424" v="2056" actId="123"/>
          <ac:spMkLst>
            <pc:docMk/>
            <pc:sldMk cId="2652142319" sldId="275"/>
            <ac:spMk id="4" creationId="{D9E35D05-9D65-CF73-647E-C330DA9493AB}"/>
          </ac:spMkLst>
        </pc:spChg>
        <pc:spChg chg="add mod">
          <ac:chgData name="Preetham Danthi" userId="376c2ca1a95b0592" providerId="LiveId" clId="{672A817C-D1BC-4BF6-BBE8-222F9A90DA6A}" dt="2025-11-12T05:14:04.775" v="819" actId="2711"/>
          <ac:spMkLst>
            <pc:docMk/>
            <pc:sldMk cId="2652142319" sldId="275"/>
            <ac:spMk id="7" creationId="{C4E91134-1F0D-E47A-75D5-6DECF0213AFE}"/>
          </ac:spMkLst>
        </pc:spChg>
        <pc:picChg chg="add mod">
          <ac:chgData name="Preetham Danthi" userId="376c2ca1a95b0592" providerId="LiveId" clId="{672A817C-D1BC-4BF6-BBE8-222F9A90DA6A}" dt="2025-11-12T05:12:26.813" v="805" actId="1076"/>
          <ac:picMkLst>
            <pc:docMk/>
            <pc:sldMk cId="2652142319" sldId="275"/>
            <ac:picMk id="6" creationId="{FE6DE330-24C2-055C-BEC7-DCAC5C38B4D5}"/>
          </ac:picMkLst>
        </pc:picChg>
      </pc:sldChg>
      <pc:sldChg chg="addSp delSp modSp new mod setBg">
        <pc:chgData name="Preetham Danthi" userId="376c2ca1a95b0592" providerId="LiveId" clId="{672A817C-D1BC-4BF6-BBE8-222F9A90DA6A}" dt="2025-11-14T17:50:14.530" v="1523" actId="26606"/>
        <pc:sldMkLst>
          <pc:docMk/>
          <pc:sldMk cId="2977530270" sldId="276"/>
        </pc:sldMkLst>
        <pc:spChg chg="mod">
          <ac:chgData name="Preetham Danthi" userId="376c2ca1a95b0592" providerId="LiveId" clId="{672A817C-D1BC-4BF6-BBE8-222F9A90DA6A}" dt="2025-11-14T17:50:14.530" v="1523" actId="26606"/>
          <ac:spMkLst>
            <pc:docMk/>
            <pc:sldMk cId="2977530270" sldId="276"/>
            <ac:spMk id="2" creationId="{42F2977D-F3BB-CB1A-311A-120DECBE0D5C}"/>
          </ac:spMkLst>
        </pc:spChg>
        <pc:spChg chg="mod">
          <ac:chgData name="Preetham Danthi" userId="376c2ca1a95b0592" providerId="LiveId" clId="{672A817C-D1BC-4BF6-BBE8-222F9A90DA6A}" dt="2025-11-14T17:50:14.530" v="1523" actId="26606"/>
          <ac:spMkLst>
            <pc:docMk/>
            <pc:sldMk cId="2977530270" sldId="276"/>
            <ac:spMk id="3" creationId="{261BB7F7-0E8F-B0ED-A702-C5EFF3D64050}"/>
          </ac:spMkLst>
        </pc:spChg>
        <pc:spChg chg="add">
          <ac:chgData name="Preetham Danthi" userId="376c2ca1a95b0592" providerId="LiveId" clId="{672A817C-D1BC-4BF6-BBE8-222F9A90DA6A}" dt="2025-11-14T17:50:14.530" v="1523" actId="26606"/>
          <ac:spMkLst>
            <pc:docMk/>
            <pc:sldMk cId="2977530270" sldId="276"/>
            <ac:spMk id="5" creationId="{324E43EB-867C-4B35-9A5C-E435157C7297}"/>
          </ac:spMkLst>
        </pc:spChg>
        <pc:spChg chg="add">
          <ac:chgData name="Preetham Danthi" userId="376c2ca1a95b0592" providerId="LiveId" clId="{672A817C-D1BC-4BF6-BBE8-222F9A90DA6A}" dt="2025-11-14T17:50:14.530" v="1523" actId="26606"/>
          <ac:spMkLst>
            <pc:docMk/>
            <pc:sldMk cId="2977530270" sldId="276"/>
            <ac:spMk id="6" creationId="{A7C0F5DA-B59F-4F13-8BB8-FFD8F2C572BC}"/>
          </ac:spMkLst>
        </pc:spChg>
        <pc:spChg chg="add">
          <ac:chgData name="Preetham Danthi" userId="376c2ca1a95b0592" providerId="LiveId" clId="{672A817C-D1BC-4BF6-BBE8-222F9A90DA6A}" dt="2025-11-14T17:50:14.530" v="1523" actId="26606"/>
          <ac:spMkLst>
            <pc:docMk/>
            <pc:sldMk cId="2977530270" sldId="276"/>
            <ac:spMk id="7" creationId="{9CEA1DEC-CC9E-4776-9E08-048A15BFA6CA}"/>
          </ac:spMkLst>
        </pc:spChg>
        <pc:spChg chg="add">
          <ac:chgData name="Preetham Danthi" userId="376c2ca1a95b0592" providerId="LiveId" clId="{672A817C-D1BC-4BF6-BBE8-222F9A90DA6A}" dt="2025-11-14T17:50:14.530" v="1523" actId="26606"/>
          <ac:spMkLst>
            <pc:docMk/>
            <pc:sldMk cId="2977530270" sldId="276"/>
            <ac:spMk id="9" creationId="{9CE399CF-F4B8-4832-A8CB-B93F6B1EF44B}"/>
          </ac:spMkLst>
        </pc:spChg>
        <pc:spChg chg="add">
          <ac:chgData name="Preetham Danthi" userId="376c2ca1a95b0592" providerId="LiveId" clId="{672A817C-D1BC-4BF6-BBE8-222F9A90DA6A}" dt="2025-11-14T17:50:14.530" v="1523" actId="26606"/>
          <ac:spMkLst>
            <pc:docMk/>
            <pc:sldMk cId="2977530270" sldId="276"/>
            <ac:spMk id="11" creationId="{1F23E73A-FDC8-462C-83C1-3AA8961449CF}"/>
          </ac:spMkLst>
        </pc:spChg>
      </pc:sldChg>
      <pc:sldChg chg="addSp delSp modSp new mod">
        <pc:chgData name="Preetham Danthi" userId="376c2ca1a95b0592" providerId="LiveId" clId="{672A817C-D1BC-4BF6-BBE8-222F9A90DA6A}" dt="2025-11-12T05:23:32.294" v="972" actId="14100"/>
        <pc:sldMkLst>
          <pc:docMk/>
          <pc:sldMk cId="966135126" sldId="277"/>
        </pc:sldMkLst>
        <pc:graphicFrameChg chg="add mod">
          <ac:chgData name="Preetham Danthi" userId="376c2ca1a95b0592" providerId="LiveId" clId="{672A817C-D1BC-4BF6-BBE8-222F9A90DA6A}" dt="2025-11-12T05:23:32.294" v="972" actId="14100"/>
          <ac:graphicFrameMkLst>
            <pc:docMk/>
            <pc:sldMk cId="966135126" sldId="277"/>
            <ac:graphicFrameMk id="9" creationId="{76230842-C787-6BA7-7AC3-8581D2D75C73}"/>
          </ac:graphicFrameMkLst>
        </pc:graphicFrameChg>
        <pc:picChg chg="add mod">
          <ac:chgData name="Preetham Danthi" userId="376c2ca1a95b0592" providerId="LiveId" clId="{672A817C-D1BC-4BF6-BBE8-222F9A90DA6A}" dt="2025-11-12T05:18:08.926" v="926" actId="1076"/>
          <ac:picMkLst>
            <pc:docMk/>
            <pc:sldMk cId="966135126" sldId="277"/>
            <ac:picMk id="3" creationId="{4646ACBA-EE7A-4EF5-8C33-5B729ED67048}"/>
          </ac:picMkLst>
        </pc:picChg>
      </pc:sldChg>
      <pc:sldChg chg="addSp modSp new mod setBg">
        <pc:chgData name="Preetham Danthi" userId="376c2ca1a95b0592" providerId="LiveId" clId="{672A817C-D1BC-4BF6-BBE8-222F9A90DA6A}" dt="2025-11-15T06:09:29.531" v="2062" actId="120"/>
        <pc:sldMkLst>
          <pc:docMk/>
          <pc:sldMk cId="1295755047" sldId="278"/>
        </pc:sldMkLst>
        <pc:spChg chg="mod">
          <ac:chgData name="Preetham Danthi" userId="376c2ca1a95b0592" providerId="LiveId" clId="{672A817C-D1BC-4BF6-BBE8-222F9A90DA6A}" dt="2025-11-14T17:50:20.198" v="1524" actId="26606"/>
          <ac:spMkLst>
            <pc:docMk/>
            <pc:sldMk cId="1295755047" sldId="278"/>
            <ac:spMk id="2" creationId="{0B3D1A06-38FC-152A-4456-B13C7F2B9FC1}"/>
          </ac:spMkLst>
        </pc:spChg>
        <pc:spChg chg="mod">
          <ac:chgData name="Preetham Danthi" userId="376c2ca1a95b0592" providerId="LiveId" clId="{672A817C-D1BC-4BF6-BBE8-222F9A90DA6A}" dt="2025-11-15T06:09:29.531" v="2062" actId="120"/>
          <ac:spMkLst>
            <pc:docMk/>
            <pc:sldMk cId="1295755047" sldId="278"/>
            <ac:spMk id="3" creationId="{5A88F377-82D0-D1AB-A62C-52574D5DE09D}"/>
          </ac:spMkLst>
        </pc:spChg>
        <pc:spChg chg="add">
          <ac:chgData name="Preetham Danthi" userId="376c2ca1a95b0592" providerId="LiveId" clId="{672A817C-D1BC-4BF6-BBE8-222F9A90DA6A}" dt="2025-11-14T17:50:20.198" v="1524" actId="26606"/>
          <ac:spMkLst>
            <pc:docMk/>
            <pc:sldMk cId="1295755047" sldId="278"/>
            <ac:spMk id="8" creationId="{324E43EB-867C-4B35-9A5C-E435157C7297}"/>
          </ac:spMkLst>
        </pc:spChg>
        <pc:spChg chg="add">
          <ac:chgData name="Preetham Danthi" userId="376c2ca1a95b0592" providerId="LiveId" clId="{672A817C-D1BC-4BF6-BBE8-222F9A90DA6A}" dt="2025-11-14T17:50:20.198" v="1524" actId="26606"/>
          <ac:spMkLst>
            <pc:docMk/>
            <pc:sldMk cId="1295755047" sldId="278"/>
            <ac:spMk id="10" creationId="{A7C0F5DA-B59F-4F13-8BB8-FFD8F2C572BC}"/>
          </ac:spMkLst>
        </pc:spChg>
        <pc:spChg chg="add">
          <ac:chgData name="Preetham Danthi" userId="376c2ca1a95b0592" providerId="LiveId" clId="{672A817C-D1BC-4BF6-BBE8-222F9A90DA6A}" dt="2025-11-14T17:50:20.198" v="1524" actId="26606"/>
          <ac:spMkLst>
            <pc:docMk/>
            <pc:sldMk cId="1295755047" sldId="278"/>
            <ac:spMk id="12" creationId="{9CEA1DEC-CC9E-4776-9E08-048A15BFA6CA}"/>
          </ac:spMkLst>
        </pc:spChg>
        <pc:spChg chg="add">
          <ac:chgData name="Preetham Danthi" userId="376c2ca1a95b0592" providerId="LiveId" clId="{672A817C-D1BC-4BF6-BBE8-222F9A90DA6A}" dt="2025-11-14T17:50:20.198" v="1524" actId="26606"/>
          <ac:spMkLst>
            <pc:docMk/>
            <pc:sldMk cId="1295755047" sldId="278"/>
            <ac:spMk id="14" creationId="{9CE399CF-F4B8-4832-A8CB-B93F6B1EF44B}"/>
          </ac:spMkLst>
        </pc:spChg>
        <pc:spChg chg="add">
          <ac:chgData name="Preetham Danthi" userId="376c2ca1a95b0592" providerId="LiveId" clId="{672A817C-D1BC-4BF6-BBE8-222F9A90DA6A}" dt="2025-11-14T17:50:20.198" v="1524" actId="26606"/>
          <ac:spMkLst>
            <pc:docMk/>
            <pc:sldMk cId="1295755047" sldId="278"/>
            <ac:spMk id="16" creationId="{1F23E73A-FDC8-462C-83C1-3AA8961449CF}"/>
          </ac:spMkLst>
        </pc:spChg>
      </pc:sldChg>
      <pc:sldChg chg="addSp modSp new mod">
        <pc:chgData name="Preetham Danthi" userId="376c2ca1a95b0592" providerId="LiveId" clId="{672A817C-D1BC-4BF6-BBE8-222F9A90DA6A}" dt="2025-11-12T05:38:42.704" v="1118" actId="27918"/>
        <pc:sldMkLst>
          <pc:docMk/>
          <pc:sldMk cId="3446248200" sldId="279"/>
        </pc:sldMkLst>
        <pc:graphicFrameChg chg="add mod">
          <ac:chgData name="Preetham Danthi" userId="376c2ca1a95b0592" providerId="LiveId" clId="{672A817C-D1BC-4BF6-BBE8-222F9A90DA6A}" dt="2025-11-12T05:36:43.194" v="1105" actId="14100"/>
          <ac:graphicFrameMkLst>
            <pc:docMk/>
            <pc:sldMk cId="3446248200" sldId="279"/>
            <ac:graphicFrameMk id="6" creationId="{23A52436-DC36-0BF3-AAAC-4766D5F1CEF0}"/>
          </ac:graphicFrameMkLst>
        </pc:graphicFrameChg>
        <pc:picChg chg="add mod">
          <ac:chgData name="Preetham Danthi" userId="376c2ca1a95b0592" providerId="LiveId" clId="{672A817C-D1BC-4BF6-BBE8-222F9A90DA6A}" dt="2025-11-12T05:35:48.338" v="1098" actId="14100"/>
          <ac:picMkLst>
            <pc:docMk/>
            <pc:sldMk cId="3446248200" sldId="279"/>
            <ac:picMk id="3" creationId="{5C10C2D3-D30D-0D50-6D57-5F9D2B1EC13B}"/>
          </ac:picMkLst>
        </pc:picChg>
      </pc:sldChg>
      <pc:sldChg chg="addSp delSp modSp new mod setBg setClrOvrMap">
        <pc:chgData name="Preetham Danthi" userId="376c2ca1a95b0592" providerId="LiveId" clId="{672A817C-D1BC-4BF6-BBE8-222F9A90DA6A}" dt="2025-11-14T17:50:36.137" v="1529" actId="26606"/>
        <pc:sldMkLst>
          <pc:docMk/>
          <pc:sldMk cId="293696317" sldId="280"/>
        </pc:sldMkLst>
        <pc:spChg chg="mod">
          <ac:chgData name="Preetham Danthi" userId="376c2ca1a95b0592" providerId="LiveId" clId="{672A817C-D1BC-4BF6-BBE8-222F9A90DA6A}" dt="2025-11-14T17:50:36.137" v="1529" actId="26606"/>
          <ac:spMkLst>
            <pc:docMk/>
            <pc:sldMk cId="293696317" sldId="280"/>
            <ac:spMk id="2" creationId="{0E20E0FC-468D-4B07-E717-279416039B0B}"/>
          </ac:spMkLst>
        </pc:spChg>
        <pc:spChg chg="add mod">
          <ac:chgData name="Preetham Danthi" userId="376c2ca1a95b0592" providerId="LiveId" clId="{672A817C-D1BC-4BF6-BBE8-222F9A90DA6A}" dt="2025-11-14T17:50:36.137" v="1529" actId="26606"/>
          <ac:spMkLst>
            <pc:docMk/>
            <pc:sldMk cId="293696317" sldId="280"/>
            <ac:spMk id="4" creationId="{08DF135A-7F5B-9A6D-1899-76A6D45A7C07}"/>
          </ac:spMkLst>
        </pc:spChg>
        <pc:spChg chg="add">
          <ac:chgData name="Preetham Danthi" userId="376c2ca1a95b0592" providerId="LiveId" clId="{672A817C-D1BC-4BF6-BBE8-222F9A90DA6A}" dt="2025-11-14T17:50:36.137" v="1529" actId="26606"/>
          <ac:spMkLst>
            <pc:docMk/>
            <pc:sldMk cId="293696317" sldId="280"/>
            <ac:spMk id="24" creationId="{324E43EB-867C-4B35-9A5C-E435157C7297}"/>
          </ac:spMkLst>
        </pc:spChg>
        <pc:spChg chg="add">
          <ac:chgData name="Preetham Danthi" userId="376c2ca1a95b0592" providerId="LiveId" clId="{672A817C-D1BC-4BF6-BBE8-222F9A90DA6A}" dt="2025-11-14T17:50:36.137" v="1529" actId="26606"/>
          <ac:spMkLst>
            <pc:docMk/>
            <pc:sldMk cId="293696317" sldId="280"/>
            <ac:spMk id="25" creationId="{A7C0F5DA-B59F-4F13-8BB8-FFD8F2C572BC}"/>
          </ac:spMkLst>
        </pc:spChg>
        <pc:spChg chg="add">
          <ac:chgData name="Preetham Danthi" userId="376c2ca1a95b0592" providerId="LiveId" clId="{672A817C-D1BC-4BF6-BBE8-222F9A90DA6A}" dt="2025-11-14T17:50:36.137" v="1529" actId="26606"/>
          <ac:spMkLst>
            <pc:docMk/>
            <pc:sldMk cId="293696317" sldId="280"/>
            <ac:spMk id="26" creationId="{9CEA1DEC-CC9E-4776-9E08-048A15BFA6CA}"/>
          </ac:spMkLst>
        </pc:spChg>
        <pc:spChg chg="add">
          <ac:chgData name="Preetham Danthi" userId="376c2ca1a95b0592" providerId="LiveId" clId="{672A817C-D1BC-4BF6-BBE8-222F9A90DA6A}" dt="2025-11-14T17:50:36.137" v="1529" actId="26606"/>
          <ac:spMkLst>
            <pc:docMk/>
            <pc:sldMk cId="293696317" sldId="280"/>
            <ac:spMk id="27" creationId="{9CE399CF-F4B8-4832-A8CB-B93F6B1EF44B}"/>
          </ac:spMkLst>
        </pc:spChg>
        <pc:spChg chg="add">
          <ac:chgData name="Preetham Danthi" userId="376c2ca1a95b0592" providerId="LiveId" clId="{672A817C-D1BC-4BF6-BBE8-222F9A90DA6A}" dt="2025-11-14T17:50:36.137" v="1529" actId="26606"/>
          <ac:spMkLst>
            <pc:docMk/>
            <pc:sldMk cId="293696317" sldId="280"/>
            <ac:spMk id="28" creationId="{1F23E73A-FDC8-462C-83C1-3AA8961449CF}"/>
          </ac:spMkLst>
        </pc:spChg>
      </pc:sldChg>
      <pc:sldChg chg="addSp modSp new mod setBg">
        <pc:chgData name="Preetham Danthi" userId="376c2ca1a95b0592" providerId="LiveId" clId="{672A817C-D1BC-4BF6-BBE8-222F9A90DA6A}" dt="2025-11-15T05:49:56.162" v="1840" actId="113"/>
        <pc:sldMkLst>
          <pc:docMk/>
          <pc:sldMk cId="1004949989" sldId="281"/>
        </pc:sldMkLst>
        <pc:spChg chg="mod">
          <ac:chgData name="Preetham Danthi" userId="376c2ca1a95b0592" providerId="LiveId" clId="{672A817C-D1BC-4BF6-BBE8-222F9A90DA6A}" dt="2025-11-14T17:50:43.810" v="1530" actId="26606"/>
          <ac:spMkLst>
            <pc:docMk/>
            <pc:sldMk cId="1004949989" sldId="281"/>
            <ac:spMk id="2" creationId="{834CEBC0-394F-4D10-7BED-F7B9091754D1}"/>
          </ac:spMkLst>
        </pc:spChg>
        <pc:spChg chg="mod">
          <ac:chgData name="Preetham Danthi" userId="376c2ca1a95b0592" providerId="LiveId" clId="{672A817C-D1BC-4BF6-BBE8-222F9A90DA6A}" dt="2025-11-15T05:49:56.162" v="1840" actId="113"/>
          <ac:spMkLst>
            <pc:docMk/>
            <pc:sldMk cId="1004949989" sldId="281"/>
            <ac:spMk id="3" creationId="{FB60F544-B6E0-1A30-BDBC-58976AB7FD9C}"/>
          </ac:spMkLst>
        </pc:spChg>
        <pc:spChg chg="add">
          <ac:chgData name="Preetham Danthi" userId="376c2ca1a95b0592" providerId="LiveId" clId="{672A817C-D1BC-4BF6-BBE8-222F9A90DA6A}" dt="2025-11-14T17:50:43.810" v="1530" actId="26606"/>
          <ac:spMkLst>
            <pc:docMk/>
            <pc:sldMk cId="1004949989" sldId="281"/>
            <ac:spMk id="8" creationId="{324E43EB-867C-4B35-9A5C-E435157C7297}"/>
          </ac:spMkLst>
        </pc:spChg>
        <pc:spChg chg="add">
          <ac:chgData name="Preetham Danthi" userId="376c2ca1a95b0592" providerId="LiveId" clId="{672A817C-D1BC-4BF6-BBE8-222F9A90DA6A}" dt="2025-11-14T17:50:43.810" v="1530" actId="26606"/>
          <ac:spMkLst>
            <pc:docMk/>
            <pc:sldMk cId="1004949989" sldId="281"/>
            <ac:spMk id="10" creationId="{A7C0F5DA-B59F-4F13-8BB8-FFD8F2C572BC}"/>
          </ac:spMkLst>
        </pc:spChg>
        <pc:spChg chg="add">
          <ac:chgData name="Preetham Danthi" userId="376c2ca1a95b0592" providerId="LiveId" clId="{672A817C-D1BC-4BF6-BBE8-222F9A90DA6A}" dt="2025-11-14T17:50:43.810" v="1530" actId="26606"/>
          <ac:spMkLst>
            <pc:docMk/>
            <pc:sldMk cId="1004949989" sldId="281"/>
            <ac:spMk id="12" creationId="{9CEA1DEC-CC9E-4776-9E08-048A15BFA6CA}"/>
          </ac:spMkLst>
        </pc:spChg>
        <pc:spChg chg="add">
          <ac:chgData name="Preetham Danthi" userId="376c2ca1a95b0592" providerId="LiveId" clId="{672A817C-D1BC-4BF6-BBE8-222F9A90DA6A}" dt="2025-11-14T17:50:43.810" v="1530" actId="26606"/>
          <ac:spMkLst>
            <pc:docMk/>
            <pc:sldMk cId="1004949989" sldId="281"/>
            <ac:spMk id="14" creationId="{9CE399CF-F4B8-4832-A8CB-B93F6B1EF44B}"/>
          </ac:spMkLst>
        </pc:spChg>
        <pc:spChg chg="add">
          <ac:chgData name="Preetham Danthi" userId="376c2ca1a95b0592" providerId="LiveId" clId="{672A817C-D1BC-4BF6-BBE8-222F9A90DA6A}" dt="2025-11-14T17:50:43.810" v="1530" actId="26606"/>
          <ac:spMkLst>
            <pc:docMk/>
            <pc:sldMk cId="1004949989" sldId="281"/>
            <ac:spMk id="16" creationId="{1F23E73A-FDC8-462C-83C1-3AA8961449CF}"/>
          </ac:spMkLst>
        </pc:spChg>
      </pc:sldChg>
      <pc:sldChg chg="addSp modSp new mod">
        <pc:chgData name="Preetham Danthi" userId="376c2ca1a95b0592" providerId="LiveId" clId="{672A817C-D1BC-4BF6-BBE8-222F9A90DA6A}" dt="2025-11-14T17:35:08.592" v="1349" actId="27918"/>
        <pc:sldMkLst>
          <pc:docMk/>
          <pc:sldMk cId="3505459299" sldId="282"/>
        </pc:sldMkLst>
        <pc:graphicFrameChg chg="add mod">
          <ac:chgData name="Preetham Danthi" userId="376c2ca1a95b0592" providerId="LiveId" clId="{672A817C-D1BC-4BF6-BBE8-222F9A90DA6A}" dt="2025-11-14T17:34:18.007" v="1343" actId="20577"/>
          <ac:graphicFrameMkLst>
            <pc:docMk/>
            <pc:sldMk cId="3505459299" sldId="282"/>
            <ac:graphicFrameMk id="6" creationId="{D6654143-9C97-0460-81C1-8F6519D363D1}"/>
          </ac:graphicFrameMkLst>
        </pc:graphicFrameChg>
        <pc:picChg chg="add mod">
          <ac:chgData name="Preetham Danthi" userId="376c2ca1a95b0592" providerId="LiveId" clId="{672A817C-D1BC-4BF6-BBE8-222F9A90DA6A}" dt="2025-11-14T17:29:01.122" v="1277" actId="14100"/>
          <ac:picMkLst>
            <pc:docMk/>
            <pc:sldMk cId="3505459299" sldId="282"/>
            <ac:picMk id="3" creationId="{C0795CC1-1E7D-A3CB-1E3D-85072254B6E3}"/>
          </ac:picMkLst>
        </pc:picChg>
      </pc:sldChg>
      <pc:sldChg chg="addSp delSp modSp new mod setBg">
        <pc:chgData name="Preetham Danthi" userId="376c2ca1a95b0592" providerId="LiveId" clId="{672A817C-D1BC-4BF6-BBE8-222F9A90DA6A}" dt="2025-11-15T06:10:00.488" v="2067" actId="123"/>
        <pc:sldMkLst>
          <pc:docMk/>
          <pc:sldMk cId="4222518879" sldId="283"/>
        </pc:sldMkLst>
        <pc:spChg chg="mod">
          <ac:chgData name="Preetham Danthi" userId="376c2ca1a95b0592" providerId="LiveId" clId="{672A817C-D1BC-4BF6-BBE8-222F9A90DA6A}" dt="2025-11-14T17:50:49.261" v="1531" actId="26606"/>
          <ac:spMkLst>
            <pc:docMk/>
            <pc:sldMk cId="4222518879" sldId="283"/>
            <ac:spMk id="2" creationId="{187174A2-A8C1-957A-87BF-78AE6A2F0B39}"/>
          </ac:spMkLst>
        </pc:spChg>
        <pc:spChg chg="mod">
          <ac:chgData name="Preetham Danthi" userId="376c2ca1a95b0592" providerId="LiveId" clId="{672A817C-D1BC-4BF6-BBE8-222F9A90DA6A}" dt="2025-11-15T06:10:00.488" v="2067" actId="123"/>
          <ac:spMkLst>
            <pc:docMk/>
            <pc:sldMk cId="4222518879" sldId="283"/>
            <ac:spMk id="3" creationId="{9C422E9B-8963-22C5-E68F-72A8D5AD63E0}"/>
          </ac:spMkLst>
        </pc:spChg>
        <pc:spChg chg="add">
          <ac:chgData name="Preetham Danthi" userId="376c2ca1a95b0592" providerId="LiveId" clId="{672A817C-D1BC-4BF6-BBE8-222F9A90DA6A}" dt="2025-11-14T17:50:49.261" v="1531" actId="26606"/>
          <ac:spMkLst>
            <pc:docMk/>
            <pc:sldMk cId="4222518879" sldId="283"/>
            <ac:spMk id="8" creationId="{324E43EB-867C-4B35-9A5C-E435157C7297}"/>
          </ac:spMkLst>
        </pc:spChg>
        <pc:spChg chg="add">
          <ac:chgData name="Preetham Danthi" userId="376c2ca1a95b0592" providerId="LiveId" clId="{672A817C-D1BC-4BF6-BBE8-222F9A90DA6A}" dt="2025-11-14T17:50:49.261" v="1531" actId="26606"/>
          <ac:spMkLst>
            <pc:docMk/>
            <pc:sldMk cId="4222518879" sldId="283"/>
            <ac:spMk id="10" creationId="{A7C0F5DA-B59F-4F13-8BB8-FFD8F2C572BC}"/>
          </ac:spMkLst>
        </pc:spChg>
        <pc:spChg chg="add">
          <ac:chgData name="Preetham Danthi" userId="376c2ca1a95b0592" providerId="LiveId" clId="{672A817C-D1BC-4BF6-BBE8-222F9A90DA6A}" dt="2025-11-14T17:50:49.261" v="1531" actId="26606"/>
          <ac:spMkLst>
            <pc:docMk/>
            <pc:sldMk cId="4222518879" sldId="283"/>
            <ac:spMk id="12" creationId="{9CEA1DEC-CC9E-4776-9E08-048A15BFA6CA}"/>
          </ac:spMkLst>
        </pc:spChg>
        <pc:spChg chg="add">
          <ac:chgData name="Preetham Danthi" userId="376c2ca1a95b0592" providerId="LiveId" clId="{672A817C-D1BC-4BF6-BBE8-222F9A90DA6A}" dt="2025-11-14T17:50:49.261" v="1531" actId="26606"/>
          <ac:spMkLst>
            <pc:docMk/>
            <pc:sldMk cId="4222518879" sldId="283"/>
            <ac:spMk id="14" creationId="{9CE399CF-F4B8-4832-A8CB-B93F6B1EF44B}"/>
          </ac:spMkLst>
        </pc:spChg>
        <pc:spChg chg="add">
          <ac:chgData name="Preetham Danthi" userId="376c2ca1a95b0592" providerId="LiveId" clId="{672A817C-D1BC-4BF6-BBE8-222F9A90DA6A}" dt="2025-11-14T17:50:49.261" v="1531" actId="26606"/>
          <ac:spMkLst>
            <pc:docMk/>
            <pc:sldMk cId="4222518879" sldId="283"/>
            <ac:spMk id="16" creationId="{1F23E73A-FDC8-462C-83C1-3AA8961449CF}"/>
          </ac:spMkLst>
        </pc:spChg>
      </pc:sldChg>
      <pc:sldChg chg="addSp delSp modSp new mod setBg">
        <pc:chgData name="Preetham Danthi" userId="376c2ca1a95b0592" providerId="LiveId" clId="{672A817C-D1BC-4BF6-BBE8-222F9A90DA6A}" dt="2025-11-14T17:51:06.889" v="1536" actId="26606"/>
        <pc:sldMkLst>
          <pc:docMk/>
          <pc:sldMk cId="2463413984" sldId="284"/>
        </pc:sldMkLst>
        <pc:spChg chg="add">
          <ac:chgData name="Preetham Danthi" userId="376c2ca1a95b0592" providerId="LiveId" clId="{672A817C-D1BC-4BF6-BBE8-222F9A90DA6A}" dt="2025-11-14T17:51:06.889" v="1536" actId="26606"/>
          <ac:spMkLst>
            <pc:docMk/>
            <pc:sldMk cId="2463413984" sldId="284"/>
            <ac:spMk id="18" creationId="{126CD6DF-E40F-4D39-BA46-5D099AC4C85C}"/>
          </ac:spMkLst>
        </pc:spChg>
        <pc:spChg chg="add">
          <ac:chgData name="Preetham Danthi" userId="376c2ca1a95b0592" providerId="LiveId" clId="{672A817C-D1BC-4BF6-BBE8-222F9A90DA6A}" dt="2025-11-14T17:51:06.889" v="1536" actId="26606"/>
          <ac:spMkLst>
            <pc:docMk/>
            <pc:sldMk cId="2463413984" sldId="284"/>
            <ac:spMk id="19" creationId="{E848A24A-E17D-464F-99FB-EF7B8EC0780B}"/>
          </ac:spMkLst>
        </pc:spChg>
        <pc:spChg chg="add">
          <ac:chgData name="Preetham Danthi" userId="376c2ca1a95b0592" providerId="LiveId" clId="{672A817C-D1BC-4BF6-BBE8-222F9A90DA6A}" dt="2025-11-14T17:51:06.889" v="1536" actId="26606"/>
          <ac:spMkLst>
            <pc:docMk/>
            <pc:sldMk cId="2463413984" sldId="284"/>
            <ac:spMk id="20" creationId="{CD3DDA28-7B69-422D-9888-25C7BC97BC32}"/>
          </ac:spMkLst>
        </pc:spChg>
        <pc:picChg chg="add mod">
          <ac:chgData name="Preetham Danthi" userId="376c2ca1a95b0592" providerId="LiveId" clId="{672A817C-D1BC-4BF6-BBE8-222F9A90DA6A}" dt="2025-11-14T17:51:06.889" v="1536" actId="26606"/>
          <ac:picMkLst>
            <pc:docMk/>
            <pc:sldMk cId="2463413984" sldId="284"/>
            <ac:picMk id="3" creationId="{6F7639AF-938A-1C04-E1D3-226E07FD736D}"/>
          </ac:picMkLst>
        </pc:picChg>
      </pc:sldChg>
      <pc:sldChg chg="addSp modSp new mod setBg">
        <pc:chgData name="Preetham Danthi" userId="376c2ca1a95b0592" providerId="LiveId" clId="{672A817C-D1BC-4BF6-BBE8-222F9A90DA6A}" dt="2025-11-14T17:59:35.898" v="1649" actId="26606"/>
        <pc:sldMkLst>
          <pc:docMk/>
          <pc:sldMk cId="918714844" sldId="285"/>
        </pc:sldMkLst>
        <pc:spChg chg="mod">
          <ac:chgData name="Preetham Danthi" userId="376c2ca1a95b0592" providerId="LiveId" clId="{672A817C-D1BC-4BF6-BBE8-222F9A90DA6A}" dt="2025-11-14T17:59:35.898" v="1649" actId="26606"/>
          <ac:spMkLst>
            <pc:docMk/>
            <pc:sldMk cId="918714844" sldId="285"/>
            <ac:spMk id="2" creationId="{144A1668-35CF-1552-30E6-B71DCEC8E5F7}"/>
          </ac:spMkLst>
        </pc:spChg>
        <pc:spChg chg="mod">
          <ac:chgData name="Preetham Danthi" userId="376c2ca1a95b0592" providerId="LiveId" clId="{672A817C-D1BC-4BF6-BBE8-222F9A90DA6A}" dt="2025-11-14T17:59:35.898" v="1649" actId="26606"/>
          <ac:spMkLst>
            <pc:docMk/>
            <pc:sldMk cId="918714844" sldId="285"/>
            <ac:spMk id="3" creationId="{78FAD82C-470B-264B-2B41-B6FBC985CEE3}"/>
          </ac:spMkLst>
        </pc:spChg>
        <pc:spChg chg="add">
          <ac:chgData name="Preetham Danthi" userId="376c2ca1a95b0592" providerId="LiveId" clId="{672A817C-D1BC-4BF6-BBE8-222F9A90DA6A}" dt="2025-11-14T17:59:35.898" v="1649" actId="26606"/>
          <ac:spMkLst>
            <pc:docMk/>
            <pc:sldMk cId="918714844" sldId="285"/>
            <ac:spMk id="8" creationId="{324E43EB-867C-4B35-9A5C-E435157C7297}"/>
          </ac:spMkLst>
        </pc:spChg>
        <pc:spChg chg="add">
          <ac:chgData name="Preetham Danthi" userId="376c2ca1a95b0592" providerId="LiveId" clId="{672A817C-D1BC-4BF6-BBE8-222F9A90DA6A}" dt="2025-11-14T17:59:35.898" v="1649" actId="26606"/>
          <ac:spMkLst>
            <pc:docMk/>
            <pc:sldMk cId="918714844" sldId="285"/>
            <ac:spMk id="10" creationId="{A7C0F5DA-B59F-4F13-8BB8-FFD8F2C572BC}"/>
          </ac:spMkLst>
        </pc:spChg>
        <pc:spChg chg="add">
          <ac:chgData name="Preetham Danthi" userId="376c2ca1a95b0592" providerId="LiveId" clId="{672A817C-D1BC-4BF6-BBE8-222F9A90DA6A}" dt="2025-11-14T17:59:35.898" v="1649" actId="26606"/>
          <ac:spMkLst>
            <pc:docMk/>
            <pc:sldMk cId="918714844" sldId="285"/>
            <ac:spMk id="12" creationId="{9CEA1DEC-CC9E-4776-9E08-048A15BFA6CA}"/>
          </ac:spMkLst>
        </pc:spChg>
        <pc:spChg chg="add">
          <ac:chgData name="Preetham Danthi" userId="376c2ca1a95b0592" providerId="LiveId" clId="{672A817C-D1BC-4BF6-BBE8-222F9A90DA6A}" dt="2025-11-14T17:59:35.898" v="1649" actId="26606"/>
          <ac:spMkLst>
            <pc:docMk/>
            <pc:sldMk cId="918714844" sldId="285"/>
            <ac:spMk id="14" creationId="{9CE399CF-F4B8-4832-A8CB-B93F6B1EF44B}"/>
          </ac:spMkLst>
        </pc:spChg>
        <pc:spChg chg="add">
          <ac:chgData name="Preetham Danthi" userId="376c2ca1a95b0592" providerId="LiveId" clId="{672A817C-D1BC-4BF6-BBE8-222F9A90DA6A}" dt="2025-11-14T17:59:35.898" v="1649" actId="26606"/>
          <ac:spMkLst>
            <pc:docMk/>
            <pc:sldMk cId="918714844" sldId="285"/>
            <ac:spMk id="16" creationId="{1F23E73A-FDC8-462C-83C1-3AA8961449CF}"/>
          </ac:spMkLst>
        </pc:spChg>
      </pc:sldChg>
      <pc:sldChg chg="addSp modSp new mod setBg setClrOvrMap">
        <pc:chgData name="Preetham Danthi" userId="376c2ca1a95b0592" providerId="LiveId" clId="{672A817C-D1BC-4BF6-BBE8-222F9A90DA6A}" dt="2025-11-14T17:59:57.975" v="1650" actId="26606"/>
        <pc:sldMkLst>
          <pc:docMk/>
          <pc:sldMk cId="2245860353" sldId="286"/>
        </pc:sldMkLst>
        <pc:spChg chg="add mod">
          <ac:chgData name="Preetham Danthi" userId="376c2ca1a95b0592" providerId="LiveId" clId="{672A817C-D1BC-4BF6-BBE8-222F9A90DA6A}" dt="2025-11-14T17:59:57.975" v="1650" actId="26606"/>
          <ac:spMkLst>
            <pc:docMk/>
            <pc:sldMk cId="2245860353" sldId="286"/>
            <ac:spMk id="4" creationId="{1960E683-3F18-3ECF-1C76-FEEA3D4AF84D}"/>
          </ac:spMkLst>
        </pc:spChg>
        <pc:spChg chg="add">
          <ac:chgData name="Preetham Danthi" userId="376c2ca1a95b0592" providerId="LiveId" clId="{672A817C-D1BC-4BF6-BBE8-222F9A90DA6A}" dt="2025-11-14T17:59:57.975" v="1650" actId="26606"/>
          <ac:spMkLst>
            <pc:docMk/>
            <pc:sldMk cId="2245860353" sldId="286"/>
            <ac:spMk id="20" creationId="{079CE317-680B-449C-A423-71C1FE069B4C}"/>
          </ac:spMkLst>
        </pc:spChg>
        <pc:spChg chg="add">
          <ac:chgData name="Preetham Danthi" userId="376c2ca1a95b0592" providerId="LiveId" clId="{672A817C-D1BC-4BF6-BBE8-222F9A90DA6A}" dt="2025-11-14T17:59:57.975" v="1650" actId="26606"/>
          <ac:spMkLst>
            <pc:docMk/>
            <pc:sldMk cId="2245860353" sldId="286"/>
            <ac:spMk id="22" creationId="{643780CE-2BE5-46F6-97B2-60DF30217ED3}"/>
          </ac:spMkLst>
        </pc:spChg>
        <pc:spChg chg="add">
          <ac:chgData name="Preetham Danthi" userId="376c2ca1a95b0592" providerId="LiveId" clId="{672A817C-D1BC-4BF6-BBE8-222F9A90DA6A}" dt="2025-11-14T17:59:57.975" v="1650" actId="26606"/>
          <ac:spMkLst>
            <pc:docMk/>
            <pc:sldMk cId="2245860353" sldId="286"/>
            <ac:spMk id="24" creationId="{61A87A49-68E6-459E-A5A6-46229FF42125}"/>
          </ac:spMkLst>
        </pc:spChg>
        <pc:spChg chg="add">
          <ac:chgData name="Preetham Danthi" userId="376c2ca1a95b0592" providerId="LiveId" clId="{672A817C-D1BC-4BF6-BBE8-222F9A90DA6A}" dt="2025-11-14T17:59:57.975" v="1650" actId="26606"/>
          <ac:spMkLst>
            <pc:docMk/>
            <pc:sldMk cId="2245860353" sldId="286"/>
            <ac:spMk id="26" creationId="{F6ACD5FC-CAFE-48EB-B765-60EED2E052F0}"/>
          </ac:spMkLst>
        </pc:spChg>
        <pc:spChg chg="add">
          <ac:chgData name="Preetham Danthi" userId="376c2ca1a95b0592" providerId="LiveId" clId="{672A817C-D1BC-4BF6-BBE8-222F9A90DA6A}" dt="2025-11-14T17:59:57.975" v="1650" actId="26606"/>
          <ac:spMkLst>
            <pc:docMk/>
            <pc:sldMk cId="2245860353" sldId="286"/>
            <ac:spMk id="28" creationId="{9F33B405-D785-4738-B1C0-6A0AA5E98286}"/>
          </ac:spMkLst>
        </pc:spChg>
        <pc:spChg chg="add">
          <ac:chgData name="Preetham Danthi" userId="376c2ca1a95b0592" providerId="LiveId" clId="{672A817C-D1BC-4BF6-BBE8-222F9A90DA6A}" dt="2025-11-14T17:59:57.975" v="1650" actId="26606"/>
          <ac:spMkLst>
            <pc:docMk/>
            <pc:sldMk cId="2245860353" sldId="286"/>
            <ac:spMk id="30" creationId="{4233DC0E-DE6C-4FB6-A529-51B162641AB8}"/>
          </ac:spMkLst>
        </pc:spChg>
        <pc:spChg chg="add">
          <ac:chgData name="Preetham Danthi" userId="376c2ca1a95b0592" providerId="LiveId" clId="{672A817C-D1BC-4BF6-BBE8-222F9A90DA6A}" dt="2025-11-14T17:59:57.975" v="1650" actId="26606"/>
          <ac:spMkLst>
            <pc:docMk/>
            <pc:sldMk cId="2245860353" sldId="286"/>
            <ac:spMk id="32" creationId="{3870477F-E451-4BC3-863F-0E2FC572884B}"/>
          </ac:spMkLst>
        </pc:spChg>
        <pc:spChg chg="add">
          <ac:chgData name="Preetham Danthi" userId="376c2ca1a95b0592" providerId="LiveId" clId="{672A817C-D1BC-4BF6-BBE8-222F9A90DA6A}" dt="2025-11-14T17:59:57.975" v="1650" actId="26606"/>
          <ac:spMkLst>
            <pc:docMk/>
            <pc:sldMk cId="2245860353" sldId="286"/>
            <ac:spMk id="34" creationId="{B4A81DE1-E2BC-4A31-99EE-71350421B0EA}"/>
          </ac:spMkLst>
        </pc:spChg>
        <pc:picChg chg="add mod">
          <ac:chgData name="Preetham Danthi" userId="376c2ca1a95b0592" providerId="LiveId" clId="{672A817C-D1BC-4BF6-BBE8-222F9A90DA6A}" dt="2025-11-14T17:59:57.975" v="1650" actId="26606"/>
          <ac:picMkLst>
            <pc:docMk/>
            <pc:sldMk cId="2245860353" sldId="286"/>
            <ac:picMk id="3" creationId="{78F97ADF-A5C3-6689-A6F9-6AC8944A822E}"/>
          </ac:picMkLst>
        </pc:picChg>
      </pc:sldChg>
      <pc:sldChg chg="addSp modSp new mod setBg">
        <pc:chgData name="Preetham Danthi" userId="376c2ca1a95b0592" providerId="LiveId" clId="{672A817C-D1BC-4BF6-BBE8-222F9A90DA6A}" dt="2025-11-15T06:06:50.837" v="2040" actId="123"/>
        <pc:sldMkLst>
          <pc:docMk/>
          <pc:sldMk cId="3973757405" sldId="287"/>
        </pc:sldMkLst>
        <pc:spChg chg="mod">
          <ac:chgData name="Preetham Danthi" userId="376c2ca1a95b0592" providerId="LiveId" clId="{672A817C-D1BC-4BF6-BBE8-222F9A90DA6A}" dt="2025-11-14T18:07:35.457" v="1749" actId="26606"/>
          <ac:spMkLst>
            <pc:docMk/>
            <pc:sldMk cId="3973757405" sldId="287"/>
            <ac:spMk id="2" creationId="{BDF90030-FDFF-73FD-8D6E-138D131F2CCA}"/>
          </ac:spMkLst>
        </pc:spChg>
        <pc:spChg chg="mod">
          <ac:chgData name="Preetham Danthi" userId="376c2ca1a95b0592" providerId="LiveId" clId="{672A817C-D1BC-4BF6-BBE8-222F9A90DA6A}" dt="2025-11-15T06:06:50.837" v="2040" actId="123"/>
          <ac:spMkLst>
            <pc:docMk/>
            <pc:sldMk cId="3973757405" sldId="287"/>
            <ac:spMk id="3" creationId="{D824ED38-5994-527E-3CB0-972BD3516D78}"/>
          </ac:spMkLst>
        </pc:spChg>
        <pc:spChg chg="add">
          <ac:chgData name="Preetham Danthi" userId="376c2ca1a95b0592" providerId="LiveId" clId="{672A817C-D1BC-4BF6-BBE8-222F9A90DA6A}" dt="2025-11-14T18:07:35.457" v="1749" actId="26606"/>
          <ac:spMkLst>
            <pc:docMk/>
            <pc:sldMk cId="3973757405" sldId="287"/>
            <ac:spMk id="8" creationId="{324E43EB-867C-4B35-9A5C-E435157C7297}"/>
          </ac:spMkLst>
        </pc:spChg>
        <pc:spChg chg="add">
          <ac:chgData name="Preetham Danthi" userId="376c2ca1a95b0592" providerId="LiveId" clId="{672A817C-D1BC-4BF6-BBE8-222F9A90DA6A}" dt="2025-11-14T18:07:35.457" v="1749" actId="26606"/>
          <ac:spMkLst>
            <pc:docMk/>
            <pc:sldMk cId="3973757405" sldId="287"/>
            <ac:spMk id="10" creationId="{A7C0F5DA-B59F-4F13-8BB8-FFD8F2C572BC}"/>
          </ac:spMkLst>
        </pc:spChg>
        <pc:spChg chg="add">
          <ac:chgData name="Preetham Danthi" userId="376c2ca1a95b0592" providerId="LiveId" clId="{672A817C-D1BC-4BF6-BBE8-222F9A90DA6A}" dt="2025-11-14T18:07:35.457" v="1749" actId="26606"/>
          <ac:spMkLst>
            <pc:docMk/>
            <pc:sldMk cId="3973757405" sldId="287"/>
            <ac:spMk id="12" creationId="{9CEA1DEC-CC9E-4776-9E08-048A15BFA6CA}"/>
          </ac:spMkLst>
        </pc:spChg>
        <pc:spChg chg="add">
          <ac:chgData name="Preetham Danthi" userId="376c2ca1a95b0592" providerId="LiveId" clId="{672A817C-D1BC-4BF6-BBE8-222F9A90DA6A}" dt="2025-11-14T18:07:35.457" v="1749" actId="26606"/>
          <ac:spMkLst>
            <pc:docMk/>
            <pc:sldMk cId="3973757405" sldId="287"/>
            <ac:spMk id="14" creationId="{9CE399CF-F4B8-4832-A8CB-B93F6B1EF44B}"/>
          </ac:spMkLst>
        </pc:spChg>
        <pc:spChg chg="add">
          <ac:chgData name="Preetham Danthi" userId="376c2ca1a95b0592" providerId="LiveId" clId="{672A817C-D1BC-4BF6-BBE8-222F9A90DA6A}" dt="2025-11-14T18:07:35.457" v="1749" actId="26606"/>
          <ac:spMkLst>
            <pc:docMk/>
            <pc:sldMk cId="3973757405" sldId="287"/>
            <ac:spMk id="16" creationId="{1F23E73A-FDC8-462C-83C1-3AA8961449CF}"/>
          </ac:spMkLst>
        </pc:spChg>
      </pc:sldChg>
      <pc:sldChg chg="addSp modSp new mod">
        <pc:chgData name="Preetham Danthi" userId="376c2ca1a95b0592" providerId="LiveId" clId="{672A817C-D1BC-4BF6-BBE8-222F9A90DA6A}" dt="2025-11-14T18:19:18.638" v="1817" actId="113"/>
        <pc:sldMkLst>
          <pc:docMk/>
          <pc:sldMk cId="4058117503" sldId="288"/>
        </pc:sldMkLst>
        <pc:spChg chg="add mod">
          <ac:chgData name="Preetham Danthi" userId="376c2ca1a95b0592" providerId="LiveId" clId="{672A817C-D1BC-4BF6-BBE8-222F9A90DA6A}" dt="2025-11-14T18:19:18.638" v="1817" actId="113"/>
          <ac:spMkLst>
            <pc:docMk/>
            <pc:sldMk cId="4058117503" sldId="288"/>
            <ac:spMk id="7" creationId="{74CB9315-31DA-CEBB-86C8-162B2F6A8718}"/>
          </ac:spMkLst>
        </pc:spChg>
        <pc:graphicFrameChg chg="add mod">
          <ac:chgData name="Preetham Danthi" userId="376c2ca1a95b0592" providerId="LiveId" clId="{672A817C-D1BC-4BF6-BBE8-222F9A90DA6A}" dt="2025-11-14T18:15:14.985" v="1803" actId="20577"/>
          <ac:graphicFrameMkLst>
            <pc:docMk/>
            <pc:sldMk cId="4058117503" sldId="288"/>
            <ac:graphicFrameMk id="6" creationId="{C54AE023-A2F5-FB10-A756-BE3B7DC3AB0C}"/>
          </ac:graphicFrameMkLst>
        </pc:graphicFrameChg>
        <pc:picChg chg="add mod">
          <ac:chgData name="Preetham Danthi" userId="376c2ca1a95b0592" providerId="LiveId" clId="{672A817C-D1BC-4BF6-BBE8-222F9A90DA6A}" dt="2025-11-14T18:10:19.891" v="1769" actId="1076"/>
          <ac:picMkLst>
            <pc:docMk/>
            <pc:sldMk cId="4058117503" sldId="288"/>
            <ac:picMk id="3" creationId="{83E4FFF3-23E4-7A17-742C-35EA98FEFADC}"/>
          </ac:picMkLst>
        </pc:picChg>
      </pc:sldChg>
      <pc:sldChg chg="addSp delSp modSp new mod setBg">
        <pc:chgData name="Preetham Danthi" userId="376c2ca1a95b0592" providerId="LiveId" clId="{672A817C-D1BC-4BF6-BBE8-222F9A90DA6A}" dt="2025-11-15T06:01:04.646" v="1951" actId="26606"/>
        <pc:sldMkLst>
          <pc:docMk/>
          <pc:sldMk cId="512748094" sldId="289"/>
        </pc:sldMkLst>
        <pc:spChg chg="mod">
          <ac:chgData name="Preetham Danthi" userId="376c2ca1a95b0592" providerId="LiveId" clId="{672A817C-D1BC-4BF6-BBE8-222F9A90DA6A}" dt="2025-11-15T06:01:04.646" v="1951" actId="26606"/>
          <ac:spMkLst>
            <pc:docMk/>
            <pc:sldMk cId="512748094" sldId="289"/>
            <ac:spMk id="2" creationId="{6C686C01-E937-3DB6-EFBA-9F351D668220}"/>
          </ac:spMkLst>
        </pc:spChg>
        <pc:spChg chg="add">
          <ac:chgData name="Preetham Danthi" userId="376c2ca1a95b0592" providerId="LiveId" clId="{672A817C-D1BC-4BF6-BBE8-222F9A90DA6A}" dt="2025-11-15T06:01:04.646" v="1951" actId="26606"/>
          <ac:spMkLst>
            <pc:docMk/>
            <pc:sldMk cId="512748094" sldId="289"/>
            <ac:spMk id="8" creationId="{324E43EB-867C-4B35-9A5C-E435157C7297}"/>
          </ac:spMkLst>
        </pc:spChg>
        <pc:spChg chg="add">
          <ac:chgData name="Preetham Danthi" userId="376c2ca1a95b0592" providerId="LiveId" clId="{672A817C-D1BC-4BF6-BBE8-222F9A90DA6A}" dt="2025-11-15T06:01:04.646" v="1951" actId="26606"/>
          <ac:spMkLst>
            <pc:docMk/>
            <pc:sldMk cId="512748094" sldId="289"/>
            <ac:spMk id="20" creationId="{A7C0F5DA-B59F-4F13-8BB8-FFD8F2C572BC}"/>
          </ac:spMkLst>
        </pc:spChg>
        <pc:spChg chg="add">
          <ac:chgData name="Preetham Danthi" userId="376c2ca1a95b0592" providerId="LiveId" clId="{672A817C-D1BC-4BF6-BBE8-222F9A90DA6A}" dt="2025-11-15T06:01:04.646" v="1951" actId="26606"/>
          <ac:spMkLst>
            <pc:docMk/>
            <pc:sldMk cId="512748094" sldId="289"/>
            <ac:spMk id="21" creationId="{9CEA1DEC-CC9E-4776-9E08-048A15BFA6CA}"/>
          </ac:spMkLst>
        </pc:spChg>
        <pc:spChg chg="add">
          <ac:chgData name="Preetham Danthi" userId="376c2ca1a95b0592" providerId="LiveId" clId="{672A817C-D1BC-4BF6-BBE8-222F9A90DA6A}" dt="2025-11-15T06:01:04.646" v="1951" actId="26606"/>
          <ac:spMkLst>
            <pc:docMk/>
            <pc:sldMk cId="512748094" sldId="289"/>
            <ac:spMk id="22" creationId="{9CE399CF-F4B8-4832-A8CB-B93F6B1EF44B}"/>
          </ac:spMkLst>
        </pc:spChg>
        <pc:spChg chg="add">
          <ac:chgData name="Preetham Danthi" userId="376c2ca1a95b0592" providerId="LiveId" clId="{672A817C-D1BC-4BF6-BBE8-222F9A90DA6A}" dt="2025-11-15T06:01:04.646" v="1951" actId="26606"/>
          <ac:spMkLst>
            <pc:docMk/>
            <pc:sldMk cId="512748094" sldId="289"/>
            <ac:spMk id="23" creationId="{1F23E73A-FDC8-462C-83C1-3AA8961449CF}"/>
          </ac:spMkLst>
        </pc:spChg>
        <pc:spChg chg="add">
          <ac:chgData name="Preetham Danthi" userId="376c2ca1a95b0592" providerId="LiveId" clId="{672A817C-D1BC-4BF6-BBE8-222F9A90DA6A}" dt="2025-11-15T06:01:04.646" v="1951" actId="26606"/>
          <ac:spMkLst>
            <pc:docMk/>
            <pc:sldMk cId="512748094" sldId="289"/>
            <ac:spMk id="24" creationId="{1093A3C8-5BFA-2E0A-EBA8-0A6B42B63F60}"/>
          </ac:spMkLst>
        </pc:spChg>
      </pc:sldChg>
      <pc:sldChg chg="addSp modSp new mod">
        <pc:chgData name="Preetham Danthi" userId="376c2ca1a95b0592" providerId="LiveId" clId="{672A817C-D1BC-4BF6-BBE8-222F9A90DA6A}" dt="2025-11-15T06:00:29.385" v="1947" actId="113"/>
        <pc:sldMkLst>
          <pc:docMk/>
          <pc:sldMk cId="3356542073" sldId="290"/>
        </pc:sldMkLst>
        <pc:spChg chg="add mod">
          <ac:chgData name="Preetham Danthi" userId="376c2ca1a95b0592" providerId="LiveId" clId="{672A817C-D1BC-4BF6-BBE8-222F9A90DA6A}" dt="2025-11-15T05:58:47.898" v="1930" actId="2711"/>
          <ac:spMkLst>
            <pc:docMk/>
            <pc:sldMk cId="3356542073" sldId="290"/>
            <ac:spMk id="4" creationId="{C1237645-1F46-2D0A-499B-079F6E80F0E7}"/>
          </ac:spMkLst>
        </pc:spChg>
        <pc:spChg chg="add mod">
          <ac:chgData name="Preetham Danthi" userId="376c2ca1a95b0592" providerId="LiveId" clId="{672A817C-D1BC-4BF6-BBE8-222F9A90DA6A}" dt="2025-11-15T06:00:29.385" v="1947" actId="113"/>
          <ac:spMkLst>
            <pc:docMk/>
            <pc:sldMk cId="3356542073" sldId="290"/>
            <ac:spMk id="5" creationId="{288375DD-2E09-8F82-9A3E-6D92F60887C7}"/>
          </ac:spMkLst>
        </pc:spChg>
        <pc:picChg chg="add mod">
          <ac:chgData name="Preetham Danthi" userId="376c2ca1a95b0592" providerId="LiveId" clId="{672A817C-D1BC-4BF6-BBE8-222F9A90DA6A}" dt="2025-11-15T05:57:48.522" v="1864" actId="962"/>
          <ac:picMkLst>
            <pc:docMk/>
            <pc:sldMk cId="3356542073" sldId="290"/>
            <ac:picMk id="3" creationId="{8BD36672-2755-8092-5308-FF68075A90DC}"/>
          </ac:picMkLst>
        </pc:picChg>
      </pc:sldChg>
      <pc:sldChg chg="addSp modSp new mod setBg">
        <pc:chgData name="Preetham Danthi" userId="376c2ca1a95b0592" providerId="LiveId" clId="{672A817C-D1BC-4BF6-BBE8-222F9A90DA6A}" dt="2025-11-16T17:59:05.111" v="2436" actId="120"/>
        <pc:sldMkLst>
          <pc:docMk/>
          <pc:sldMk cId="1836074650" sldId="291"/>
        </pc:sldMkLst>
        <pc:spChg chg="mod">
          <ac:chgData name="Preetham Danthi" userId="376c2ca1a95b0592" providerId="LiveId" clId="{672A817C-D1BC-4BF6-BBE8-222F9A90DA6A}" dt="2025-11-15T06:05:48.661" v="2038" actId="26606"/>
          <ac:spMkLst>
            <pc:docMk/>
            <pc:sldMk cId="1836074650" sldId="291"/>
            <ac:spMk id="2" creationId="{3329C738-D14F-76BB-68E1-418EE0001EA3}"/>
          </ac:spMkLst>
        </pc:spChg>
        <pc:spChg chg="mod">
          <ac:chgData name="Preetham Danthi" userId="376c2ca1a95b0592" providerId="LiveId" clId="{672A817C-D1BC-4BF6-BBE8-222F9A90DA6A}" dt="2025-11-16T17:59:05.111" v="2436" actId="120"/>
          <ac:spMkLst>
            <pc:docMk/>
            <pc:sldMk cId="1836074650" sldId="291"/>
            <ac:spMk id="3" creationId="{82AAF264-99DE-BBEC-FE14-5016AC5F4F5F}"/>
          </ac:spMkLst>
        </pc:spChg>
        <pc:spChg chg="add">
          <ac:chgData name="Preetham Danthi" userId="376c2ca1a95b0592" providerId="LiveId" clId="{672A817C-D1BC-4BF6-BBE8-222F9A90DA6A}" dt="2025-11-15T06:05:48.661" v="2038" actId="26606"/>
          <ac:spMkLst>
            <pc:docMk/>
            <pc:sldMk cId="1836074650" sldId="291"/>
            <ac:spMk id="8" creationId="{324E43EB-867C-4B35-9A5C-E435157C7297}"/>
          </ac:spMkLst>
        </pc:spChg>
        <pc:spChg chg="add">
          <ac:chgData name="Preetham Danthi" userId="376c2ca1a95b0592" providerId="LiveId" clId="{672A817C-D1BC-4BF6-BBE8-222F9A90DA6A}" dt="2025-11-15T06:05:48.661" v="2038" actId="26606"/>
          <ac:spMkLst>
            <pc:docMk/>
            <pc:sldMk cId="1836074650" sldId="291"/>
            <ac:spMk id="10" creationId="{A7C0F5DA-B59F-4F13-8BB8-FFD8F2C572BC}"/>
          </ac:spMkLst>
        </pc:spChg>
        <pc:spChg chg="add">
          <ac:chgData name="Preetham Danthi" userId="376c2ca1a95b0592" providerId="LiveId" clId="{672A817C-D1BC-4BF6-BBE8-222F9A90DA6A}" dt="2025-11-15T06:05:48.661" v="2038" actId="26606"/>
          <ac:spMkLst>
            <pc:docMk/>
            <pc:sldMk cId="1836074650" sldId="291"/>
            <ac:spMk id="12" creationId="{9CEA1DEC-CC9E-4776-9E08-048A15BFA6CA}"/>
          </ac:spMkLst>
        </pc:spChg>
        <pc:spChg chg="add">
          <ac:chgData name="Preetham Danthi" userId="376c2ca1a95b0592" providerId="LiveId" clId="{672A817C-D1BC-4BF6-BBE8-222F9A90DA6A}" dt="2025-11-15T06:05:48.661" v="2038" actId="26606"/>
          <ac:spMkLst>
            <pc:docMk/>
            <pc:sldMk cId="1836074650" sldId="291"/>
            <ac:spMk id="14" creationId="{9CE399CF-F4B8-4832-A8CB-B93F6B1EF44B}"/>
          </ac:spMkLst>
        </pc:spChg>
        <pc:spChg chg="add">
          <ac:chgData name="Preetham Danthi" userId="376c2ca1a95b0592" providerId="LiveId" clId="{672A817C-D1BC-4BF6-BBE8-222F9A90DA6A}" dt="2025-11-15T06:05:48.661" v="2038" actId="26606"/>
          <ac:spMkLst>
            <pc:docMk/>
            <pc:sldMk cId="1836074650" sldId="291"/>
            <ac:spMk id="16" creationId="{1F23E73A-FDC8-462C-83C1-3AA8961449CF}"/>
          </ac:spMkLst>
        </pc:spChg>
      </pc:sldChg>
      <pc:sldChg chg="addSp modSp new mod">
        <pc:chgData name="Preetham Danthi" userId="376c2ca1a95b0592" providerId="LiveId" clId="{672A817C-D1BC-4BF6-BBE8-222F9A90DA6A}" dt="2025-11-15T06:12:54.989" v="2087" actId="113"/>
        <pc:sldMkLst>
          <pc:docMk/>
          <pc:sldMk cId="873125448" sldId="292"/>
        </pc:sldMkLst>
        <pc:spChg chg="add mod">
          <ac:chgData name="Preetham Danthi" userId="376c2ca1a95b0592" providerId="LiveId" clId="{672A817C-D1BC-4BF6-BBE8-222F9A90DA6A}" dt="2025-11-15T06:12:54.989" v="2087" actId="113"/>
          <ac:spMkLst>
            <pc:docMk/>
            <pc:sldMk cId="873125448" sldId="292"/>
            <ac:spMk id="4" creationId="{6BDA1FBF-75A4-5DDF-6C91-A79E8EBC96B4}"/>
          </ac:spMkLst>
        </pc:spChg>
        <pc:picChg chg="add mod">
          <ac:chgData name="Preetham Danthi" userId="376c2ca1a95b0592" providerId="LiveId" clId="{672A817C-D1BC-4BF6-BBE8-222F9A90DA6A}" dt="2025-11-15T06:05:42.622" v="2037" actId="1076"/>
          <ac:picMkLst>
            <pc:docMk/>
            <pc:sldMk cId="873125448" sldId="292"/>
            <ac:picMk id="3" creationId="{909CCEEE-62CF-CC69-EDC0-020F51927103}"/>
          </ac:picMkLst>
        </pc:picChg>
      </pc:sldChg>
      <pc:sldChg chg="addSp delSp modSp new mod setBg">
        <pc:chgData name="Preetham Danthi" userId="376c2ca1a95b0592" providerId="LiveId" clId="{672A817C-D1BC-4BF6-BBE8-222F9A90DA6A}" dt="2025-11-15T06:21:43.795" v="2232" actId="123"/>
        <pc:sldMkLst>
          <pc:docMk/>
          <pc:sldMk cId="3763985314" sldId="293"/>
        </pc:sldMkLst>
        <pc:spChg chg="mod">
          <ac:chgData name="Preetham Danthi" userId="376c2ca1a95b0592" providerId="LiveId" clId="{672A817C-D1BC-4BF6-BBE8-222F9A90DA6A}" dt="2025-11-15T06:21:31.359" v="2230" actId="26606"/>
          <ac:spMkLst>
            <pc:docMk/>
            <pc:sldMk cId="3763985314" sldId="293"/>
            <ac:spMk id="2" creationId="{070D0512-D4D5-3EAB-E077-52FE927286E1}"/>
          </ac:spMkLst>
        </pc:spChg>
        <pc:spChg chg="mod">
          <ac:chgData name="Preetham Danthi" userId="376c2ca1a95b0592" providerId="LiveId" clId="{672A817C-D1BC-4BF6-BBE8-222F9A90DA6A}" dt="2025-11-15T06:21:43.795" v="2232" actId="123"/>
          <ac:spMkLst>
            <pc:docMk/>
            <pc:sldMk cId="3763985314" sldId="293"/>
            <ac:spMk id="3" creationId="{5AF7D753-EA9C-B899-8A6F-F1E67D83974A}"/>
          </ac:spMkLst>
        </pc:spChg>
        <pc:spChg chg="add">
          <ac:chgData name="Preetham Danthi" userId="376c2ca1a95b0592" providerId="LiveId" clId="{672A817C-D1BC-4BF6-BBE8-222F9A90DA6A}" dt="2025-11-15T06:21:31.359" v="2230" actId="26606"/>
          <ac:spMkLst>
            <pc:docMk/>
            <pc:sldMk cId="3763985314" sldId="293"/>
            <ac:spMk id="5" creationId="{324E43EB-867C-4B35-9A5C-E435157C7297}"/>
          </ac:spMkLst>
        </pc:spChg>
        <pc:spChg chg="add">
          <ac:chgData name="Preetham Danthi" userId="376c2ca1a95b0592" providerId="LiveId" clId="{672A817C-D1BC-4BF6-BBE8-222F9A90DA6A}" dt="2025-11-15T06:21:31.359" v="2230" actId="26606"/>
          <ac:spMkLst>
            <pc:docMk/>
            <pc:sldMk cId="3763985314" sldId="293"/>
            <ac:spMk id="6" creationId="{A7C0F5DA-B59F-4F13-8BB8-FFD8F2C572BC}"/>
          </ac:spMkLst>
        </pc:spChg>
        <pc:spChg chg="add">
          <ac:chgData name="Preetham Danthi" userId="376c2ca1a95b0592" providerId="LiveId" clId="{672A817C-D1BC-4BF6-BBE8-222F9A90DA6A}" dt="2025-11-15T06:21:31.359" v="2230" actId="26606"/>
          <ac:spMkLst>
            <pc:docMk/>
            <pc:sldMk cId="3763985314" sldId="293"/>
            <ac:spMk id="7" creationId="{9CEA1DEC-CC9E-4776-9E08-048A15BFA6CA}"/>
          </ac:spMkLst>
        </pc:spChg>
        <pc:spChg chg="add">
          <ac:chgData name="Preetham Danthi" userId="376c2ca1a95b0592" providerId="LiveId" clId="{672A817C-D1BC-4BF6-BBE8-222F9A90DA6A}" dt="2025-11-15T06:21:31.359" v="2230" actId="26606"/>
          <ac:spMkLst>
            <pc:docMk/>
            <pc:sldMk cId="3763985314" sldId="293"/>
            <ac:spMk id="9" creationId="{9CE399CF-F4B8-4832-A8CB-B93F6B1EF44B}"/>
          </ac:spMkLst>
        </pc:spChg>
        <pc:spChg chg="add">
          <ac:chgData name="Preetham Danthi" userId="376c2ca1a95b0592" providerId="LiveId" clId="{672A817C-D1BC-4BF6-BBE8-222F9A90DA6A}" dt="2025-11-15T06:21:31.359" v="2230" actId="26606"/>
          <ac:spMkLst>
            <pc:docMk/>
            <pc:sldMk cId="3763985314" sldId="293"/>
            <ac:spMk id="11" creationId="{1F23E73A-FDC8-462C-83C1-3AA8961449CF}"/>
          </ac:spMkLst>
        </pc:spChg>
      </pc:sldChg>
      <pc:sldChg chg="addSp modSp new mod">
        <pc:chgData name="Preetham Danthi" userId="376c2ca1a95b0592" providerId="LiveId" clId="{672A817C-D1BC-4BF6-BBE8-222F9A90DA6A}" dt="2025-11-15T06:21:07.368" v="2229" actId="20577"/>
        <pc:sldMkLst>
          <pc:docMk/>
          <pc:sldMk cId="2194539967" sldId="294"/>
        </pc:sldMkLst>
        <pc:graphicFrameChg chg="add mod">
          <ac:chgData name="Preetham Danthi" userId="376c2ca1a95b0592" providerId="LiveId" clId="{672A817C-D1BC-4BF6-BBE8-222F9A90DA6A}" dt="2025-11-15T06:21:07.368" v="2229" actId="20577"/>
          <ac:graphicFrameMkLst>
            <pc:docMk/>
            <pc:sldMk cId="2194539967" sldId="294"/>
            <ac:graphicFrameMk id="6" creationId="{F0CFF075-FF3D-5E1D-5058-4C820213E072}"/>
          </ac:graphicFrameMkLst>
        </pc:graphicFrameChg>
        <pc:picChg chg="add mod">
          <ac:chgData name="Preetham Danthi" userId="376c2ca1a95b0592" providerId="LiveId" clId="{672A817C-D1BC-4BF6-BBE8-222F9A90DA6A}" dt="2025-11-15T06:18:46.057" v="2192" actId="962"/>
          <ac:picMkLst>
            <pc:docMk/>
            <pc:sldMk cId="2194539967" sldId="294"/>
            <ac:picMk id="3" creationId="{50E9F472-E7CB-4A81-47DD-A80B5C2DAB5B}"/>
          </ac:picMkLst>
        </pc:picChg>
      </pc:sldChg>
      <pc:sldChg chg="addSp delSp modSp new mod setBg">
        <pc:chgData name="Preetham Danthi" userId="376c2ca1a95b0592" providerId="LiveId" clId="{672A817C-D1BC-4BF6-BBE8-222F9A90DA6A}" dt="2025-11-16T17:58:42.113" v="2433" actId="123"/>
        <pc:sldMkLst>
          <pc:docMk/>
          <pc:sldMk cId="3469624684" sldId="295"/>
        </pc:sldMkLst>
        <pc:spChg chg="mod">
          <ac:chgData name="Preetham Danthi" userId="376c2ca1a95b0592" providerId="LiveId" clId="{672A817C-D1BC-4BF6-BBE8-222F9A90DA6A}" dt="2025-11-16T17:58:37.679" v="2432" actId="26606"/>
          <ac:spMkLst>
            <pc:docMk/>
            <pc:sldMk cId="3469624684" sldId="295"/>
            <ac:spMk id="2" creationId="{F490CF0F-8684-92EF-6A68-3F4B83A33B0B}"/>
          </ac:spMkLst>
        </pc:spChg>
        <pc:spChg chg="add mod">
          <ac:chgData name="Preetham Danthi" userId="376c2ca1a95b0592" providerId="LiveId" clId="{672A817C-D1BC-4BF6-BBE8-222F9A90DA6A}" dt="2025-11-16T17:58:42.113" v="2433" actId="123"/>
          <ac:spMkLst>
            <pc:docMk/>
            <pc:sldMk cId="3469624684" sldId="295"/>
            <ac:spMk id="4" creationId="{D31B82B3-49B2-3352-5136-767E00C7EE0D}"/>
          </ac:spMkLst>
        </pc:spChg>
        <pc:spChg chg="add">
          <ac:chgData name="Preetham Danthi" userId="376c2ca1a95b0592" providerId="LiveId" clId="{672A817C-D1BC-4BF6-BBE8-222F9A90DA6A}" dt="2025-11-16T17:58:37.679" v="2432" actId="26606"/>
          <ac:spMkLst>
            <pc:docMk/>
            <pc:sldMk cId="3469624684" sldId="295"/>
            <ac:spMk id="9" creationId="{324E43EB-867C-4B35-9A5C-E435157C7297}"/>
          </ac:spMkLst>
        </pc:spChg>
        <pc:spChg chg="add">
          <ac:chgData name="Preetham Danthi" userId="376c2ca1a95b0592" providerId="LiveId" clId="{672A817C-D1BC-4BF6-BBE8-222F9A90DA6A}" dt="2025-11-16T17:58:37.679" v="2432" actId="26606"/>
          <ac:spMkLst>
            <pc:docMk/>
            <pc:sldMk cId="3469624684" sldId="295"/>
            <ac:spMk id="11" creationId="{A7C0F5DA-B59F-4F13-8BB8-FFD8F2C572BC}"/>
          </ac:spMkLst>
        </pc:spChg>
        <pc:spChg chg="add">
          <ac:chgData name="Preetham Danthi" userId="376c2ca1a95b0592" providerId="LiveId" clId="{672A817C-D1BC-4BF6-BBE8-222F9A90DA6A}" dt="2025-11-16T17:58:37.679" v="2432" actId="26606"/>
          <ac:spMkLst>
            <pc:docMk/>
            <pc:sldMk cId="3469624684" sldId="295"/>
            <ac:spMk id="13" creationId="{9CEA1DEC-CC9E-4776-9E08-048A15BFA6CA}"/>
          </ac:spMkLst>
        </pc:spChg>
        <pc:spChg chg="add">
          <ac:chgData name="Preetham Danthi" userId="376c2ca1a95b0592" providerId="LiveId" clId="{672A817C-D1BC-4BF6-BBE8-222F9A90DA6A}" dt="2025-11-16T17:58:37.679" v="2432" actId="26606"/>
          <ac:spMkLst>
            <pc:docMk/>
            <pc:sldMk cId="3469624684" sldId="295"/>
            <ac:spMk id="15" creationId="{9CE399CF-F4B8-4832-A8CB-B93F6B1EF44B}"/>
          </ac:spMkLst>
        </pc:spChg>
        <pc:spChg chg="add">
          <ac:chgData name="Preetham Danthi" userId="376c2ca1a95b0592" providerId="LiveId" clId="{672A817C-D1BC-4BF6-BBE8-222F9A90DA6A}" dt="2025-11-16T17:58:37.679" v="2432" actId="26606"/>
          <ac:spMkLst>
            <pc:docMk/>
            <pc:sldMk cId="3469624684" sldId="295"/>
            <ac:spMk id="17" creationId="{1F23E73A-FDC8-462C-83C1-3AA8961449CF}"/>
          </ac:spMkLst>
        </pc:spChg>
      </pc:sldChg>
      <pc:sldChg chg="modSp new mod">
        <pc:chgData name="Preetham Danthi" userId="376c2ca1a95b0592" providerId="LiveId" clId="{672A817C-D1BC-4BF6-BBE8-222F9A90DA6A}" dt="2025-11-16T18:02:13.097" v="2468" actId="20577"/>
        <pc:sldMkLst>
          <pc:docMk/>
          <pc:sldMk cId="2986333376" sldId="296"/>
        </pc:sldMkLst>
        <pc:spChg chg="mod">
          <ac:chgData name="Preetham Danthi" userId="376c2ca1a95b0592" providerId="LiveId" clId="{672A817C-D1BC-4BF6-BBE8-222F9A90DA6A}" dt="2025-11-16T17:59:45.116" v="2438" actId="2711"/>
          <ac:spMkLst>
            <pc:docMk/>
            <pc:sldMk cId="2986333376" sldId="296"/>
            <ac:spMk id="2" creationId="{2F1CE35E-CD52-C5C6-4534-900036533328}"/>
          </ac:spMkLst>
        </pc:spChg>
        <pc:spChg chg="mod">
          <ac:chgData name="Preetham Danthi" userId="376c2ca1a95b0592" providerId="LiveId" clId="{672A817C-D1BC-4BF6-BBE8-222F9A90DA6A}" dt="2025-11-16T18:02:13.097" v="2468" actId="20577"/>
          <ac:spMkLst>
            <pc:docMk/>
            <pc:sldMk cId="2986333376" sldId="296"/>
            <ac:spMk id="3" creationId="{E0F83B3E-D997-E2D4-BCD0-BBC3618DE29B}"/>
          </ac:spMkLst>
        </pc:spChg>
      </pc:sldChg>
      <pc:sldChg chg="addSp modSp new mod">
        <pc:chgData name="Preetham Danthi" userId="376c2ca1a95b0592" providerId="LiveId" clId="{672A817C-D1BC-4BF6-BBE8-222F9A90DA6A}" dt="2025-11-16T18:06:17" v="2668" actId="2711"/>
        <pc:sldMkLst>
          <pc:docMk/>
          <pc:sldMk cId="2649806890" sldId="297"/>
        </pc:sldMkLst>
        <pc:spChg chg="add mod">
          <ac:chgData name="Preetham Danthi" userId="376c2ca1a95b0592" providerId="LiveId" clId="{672A817C-D1BC-4BF6-BBE8-222F9A90DA6A}" dt="2025-11-16T18:04:19.235" v="2653" actId="123"/>
          <ac:spMkLst>
            <pc:docMk/>
            <pc:sldMk cId="2649806890" sldId="297"/>
            <ac:spMk id="2" creationId="{BB936A37-B8C8-F5D4-5563-A182F79D6978}"/>
          </ac:spMkLst>
        </pc:spChg>
        <pc:spChg chg="add mod">
          <ac:chgData name="Preetham Danthi" userId="376c2ca1a95b0592" providerId="LiveId" clId="{672A817C-D1BC-4BF6-BBE8-222F9A90DA6A}" dt="2025-11-16T18:06:17" v="2668" actId="2711"/>
          <ac:spMkLst>
            <pc:docMk/>
            <pc:sldMk cId="2649806890" sldId="297"/>
            <ac:spMk id="5" creationId="{23D4F1DC-1DAC-3CD6-4C16-1FF501DBA2AC}"/>
          </ac:spMkLst>
        </pc:spChg>
        <pc:picChg chg="add mod">
          <ac:chgData name="Preetham Danthi" userId="376c2ca1a95b0592" providerId="LiveId" clId="{672A817C-D1BC-4BF6-BBE8-222F9A90DA6A}" dt="2025-11-16T18:04:52.807" v="2660" actId="962"/>
          <ac:picMkLst>
            <pc:docMk/>
            <pc:sldMk cId="2649806890" sldId="297"/>
            <ac:picMk id="4" creationId="{08478B6D-F75E-9A87-6699-062957F672B0}"/>
          </ac:picMkLst>
        </pc:picChg>
      </pc:sldChg>
      <pc:sldChg chg="addSp modSp new mod setBg">
        <pc:chgData name="Preetham Danthi" userId="376c2ca1a95b0592" providerId="LiveId" clId="{672A817C-D1BC-4BF6-BBE8-222F9A90DA6A}" dt="2025-11-16T18:13:48.427" v="2937" actId="123"/>
        <pc:sldMkLst>
          <pc:docMk/>
          <pc:sldMk cId="2080830778" sldId="298"/>
        </pc:sldMkLst>
        <pc:spChg chg="mod">
          <ac:chgData name="Preetham Danthi" userId="376c2ca1a95b0592" providerId="LiveId" clId="{672A817C-D1BC-4BF6-BBE8-222F9A90DA6A}" dt="2025-11-16T18:13:41.325" v="2936" actId="26606"/>
          <ac:spMkLst>
            <pc:docMk/>
            <pc:sldMk cId="2080830778" sldId="298"/>
            <ac:spMk id="2" creationId="{EFE560D2-7109-55AC-45D7-B084BFD97458}"/>
          </ac:spMkLst>
        </pc:spChg>
        <pc:spChg chg="mod">
          <ac:chgData name="Preetham Danthi" userId="376c2ca1a95b0592" providerId="LiveId" clId="{672A817C-D1BC-4BF6-BBE8-222F9A90DA6A}" dt="2025-11-16T18:13:48.427" v="2937" actId="123"/>
          <ac:spMkLst>
            <pc:docMk/>
            <pc:sldMk cId="2080830778" sldId="298"/>
            <ac:spMk id="3" creationId="{42FD7363-1CD1-7B8C-7E13-F9E325A2FD90}"/>
          </ac:spMkLst>
        </pc:spChg>
        <pc:spChg chg="add">
          <ac:chgData name="Preetham Danthi" userId="376c2ca1a95b0592" providerId="LiveId" clId="{672A817C-D1BC-4BF6-BBE8-222F9A90DA6A}" dt="2025-11-16T18:13:41.325" v="2936" actId="26606"/>
          <ac:spMkLst>
            <pc:docMk/>
            <pc:sldMk cId="2080830778" sldId="298"/>
            <ac:spMk id="8" creationId="{324E43EB-867C-4B35-9A5C-E435157C7297}"/>
          </ac:spMkLst>
        </pc:spChg>
        <pc:spChg chg="add">
          <ac:chgData name="Preetham Danthi" userId="376c2ca1a95b0592" providerId="LiveId" clId="{672A817C-D1BC-4BF6-BBE8-222F9A90DA6A}" dt="2025-11-16T18:13:41.325" v="2936" actId="26606"/>
          <ac:spMkLst>
            <pc:docMk/>
            <pc:sldMk cId="2080830778" sldId="298"/>
            <ac:spMk id="10" creationId="{A7C0F5DA-B59F-4F13-8BB8-FFD8F2C572BC}"/>
          </ac:spMkLst>
        </pc:spChg>
        <pc:spChg chg="add">
          <ac:chgData name="Preetham Danthi" userId="376c2ca1a95b0592" providerId="LiveId" clId="{672A817C-D1BC-4BF6-BBE8-222F9A90DA6A}" dt="2025-11-16T18:13:41.325" v="2936" actId="26606"/>
          <ac:spMkLst>
            <pc:docMk/>
            <pc:sldMk cId="2080830778" sldId="298"/>
            <ac:spMk id="12" creationId="{9CEA1DEC-CC9E-4776-9E08-048A15BFA6CA}"/>
          </ac:spMkLst>
        </pc:spChg>
        <pc:spChg chg="add">
          <ac:chgData name="Preetham Danthi" userId="376c2ca1a95b0592" providerId="LiveId" clId="{672A817C-D1BC-4BF6-BBE8-222F9A90DA6A}" dt="2025-11-16T18:13:41.325" v="2936" actId="26606"/>
          <ac:spMkLst>
            <pc:docMk/>
            <pc:sldMk cId="2080830778" sldId="298"/>
            <ac:spMk id="14" creationId="{9CE399CF-F4B8-4832-A8CB-B93F6B1EF44B}"/>
          </ac:spMkLst>
        </pc:spChg>
        <pc:spChg chg="add">
          <ac:chgData name="Preetham Danthi" userId="376c2ca1a95b0592" providerId="LiveId" clId="{672A817C-D1BC-4BF6-BBE8-222F9A90DA6A}" dt="2025-11-16T18:13:41.325" v="2936" actId="26606"/>
          <ac:spMkLst>
            <pc:docMk/>
            <pc:sldMk cId="2080830778" sldId="298"/>
            <ac:spMk id="16" creationId="{1F23E73A-FDC8-462C-83C1-3AA8961449CF}"/>
          </ac:spMkLst>
        </pc:spChg>
      </pc:sldChg>
      <pc:sldChg chg="addSp modSp new mod">
        <pc:chgData name="Preetham Danthi" userId="376c2ca1a95b0592" providerId="LiveId" clId="{672A817C-D1BC-4BF6-BBE8-222F9A90DA6A}" dt="2025-11-16T18:21:36.512" v="2992" actId="20577"/>
        <pc:sldMkLst>
          <pc:docMk/>
          <pc:sldMk cId="1875061443" sldId="299"/>
        </pc:sldMkLst>
        <pc:spChg chg="add mod">
          <ac:chgData name="Preetham Danthi" userId="376c2ca1a95b0592" providerId="LiveId" clId="{672A817C-D1BC-4BF6-BBE8-222F9A90DA6A}" dt="2025-11-16T18:21:36.512" v="2992" actId="20577"/>
          <ac:spMkLst>
            <pc:docMk/>
            <pc:sldMk cId="1875061443" sldId="299"/>
            <ac:spMk id="7" creationId="{5AFD03F4-9355-9471-564B-CDC772787F54}"/>
          </ac:spMkLst>
        </pc:spChg>
        <pc:graphicFrameChg chg="add mod">
          <ac:chgData name="Preetham Danthi" userId="376c2ca1a95b0592" providerId="LiveId" clId="{672A817C-D1BC-4BF6-BBE8-222F9A90DA6A}" dt="2025-11-16T18:17:44.863" v="2961"/>
          <ac:graphicFrameMkLst>
            <pc:docMk/>
            <pc:sldMk cId="1875061443" sldId="299"/>
            <ac:graphicFrameMk id="6" creationId="{E22BB7C0-BF40-F34B-CD65-B8221119608B}"/>
          </ac:graphicFrameMkLst>
        </pc:graphicFrameChg>
        <pc:picChg chg="add mod">
          <ac:chgData name="Preetham Danthi" userId="376c2ca1a95b0592" providerId="LiveId" clId="{672A817C-D1BC-4BF6-BBE8-222F9A90DA6A}" dt="2025-11-16T18:15:06.223" v="2945" actId="962"/>
          <ac:picMkLst>
            <pc:docMk/>
            <pc:sldMk cId="1875061443" sldId="299"/>
            <ac:picMk id="3" creationId="{FD455023-FA46-0CAE-7C65-D11F820E2242}"/>
          </ac:picMkLst>
        </pc:picChg>
      </pc:sldChg>
      <pc:sldChg chg="addSp delSp modSp new mod setBg">
        <pc:chgData name="Preetham Danthi" userId="376c2ca1a95b0592" providerId="LiveId" clId="{672A817C-D1BC-4BF6-BBE8-222F9A90DA6A}" dt="2025-11-16T18:27:12.157" v="3276" actId="20577"/>
        <pc:sldMkLst>
          <pc:docMk/>
          <pc:sldMk cId="983939959" sldId="300"/>
        </pc:sldMkLst>
        <pc:spChg chg="mod">
          <ac:chgData name="Preetham Danthi" userId="376c2ca1a95b0592" providerId="LiveId" clId="{672A817C-D1BC-4BF6-BBE8-222F9A90DA6A}" dt="2025-11-16T18:26:30.551" v="3211" actId="26606"/>
          <ac:spMkLst>
            <pc:docMk/>
            <pc:sldMk cId="983939959" sldId="300"/>
            <ac:spMk id="2" creationId="{A34F2349-7354-D2EC-4AF7-7E8EDD45BC91}"/>
          </ac:spMkLst>
        </pc:spChg>
        <pc:spChg chg="mod">
          <ac:chgData name="Preetham Danthi" userId="376c2ca1a95b0592" providerId="LiveId" clId="{672A817C-D1BC-4BF6-BBE8-222F9A90DA6A}" dt="2025-11-16T18:27:12.157" v="3276" actId="20577"/>
          <ac:spMkLst>
            <pc:docMk/>
            <pc:sldMk cId="983939959" sldId="300"/>
            <ac:spMk id="3" creationId="{AE9F47EF-A8D8-6FE5-48EA-34F0A150BF81}"/>
          </ac:spMkLst>
        </pc:spChg>
        <pc:spChg chg="add">
          <ac:chgData name="Preetham Danthi" userId="376c2ca1a95b0592" providerId="LiveId" clId="{672A817C-D1BC-4BF6-BBE8-222F9A90DA6A}" dt="2025-11-16T18:26:30.551" v="3211" actId="26606"/>
          <ac:spMkLst>
            <pc:docMk/>
            <pc:sldMk cId="983939959" sldId="300"/>
            <ac:spMk id="8" creationId="{324E43EB-867C-4B35-9A5C-E435157C7297}"/>
          </ac:spMkLst>
        </pc:spChg>
        <pc:spChg chg="add">
          <ac:chgData name="Preetham Danthi" userId="376c2ca1a95b0592" providerId="LiveId" clId="{672A817C-D1BC-4BF6-BBE8-222F9A90DA6A}" dt="2025-11-16T18:26:30.551" v="3211" actId="26606"/>
          <ac:spMkLst>
            <pc:docMk/>
            <pc:sldMk cId="983939959" sldId="300"/>
            <ac:spMk id="10" creationId="{A7C0F5DA-B59F-4F13-8BB8-FFD8F2C572BC}"/>
          </ac:spMkLst>
        </pc:spChg>
        <pc:spChg chg="add">
          <ac:chgData name="Preetham Danthi" userId="376c2ca1a95b0592" providerId="LiveId" clId="{672A817C-D1BC-4BF6-BBE8-222F9A90DA6A}" dt="2025-11-16T18:26:30.551" v="3211" actId="26606"/>
          <ac:spMkLst>
            <pc:docMk/>
            <pc:sldMk cId="983939959" sldId="300"/>
            <ac:spMk id="12" creationId="{9CEA1DEC-CC9E-4776-9E08-048A15BFA6CA}"/>
          </ac:spMkLst>
        </pc:spChg>
        <pc:spChg chg="add">
          <ac:chgData name="Preetham Danthi" userId="376c2ca1a95b0592" providerId="LiveId" clId="{672A817C-D1BC-4BF6-BBE8-222F9A90DA6A}" dt="2025-11-16T18:26:30.551" v="3211" actId="26606"/>
          <ac:spMkLst>
            <pc:docMk/>
            <pc:sldMk cId="983939959" sldId="300"/>
            <ac:spMk id="14" creationId="{9CE399CF-F4B8-4832-A8CB-B93F6B1EF44B}"/>
          </ac:spMkLst>
        </pc:spChg>
        <pc:spChg chg="add">
          <ac:chgData name="Preetham Danthi" userId="376c2ca1a95b0592" providerId="LiveId" clId="{672A817C-D1BC-4BF6-BBE8-222F9A90DA6A}" dt="2025-11-16T18:26:30.551" v="3211" actId="26606"/>
          <ac:spMkLst>
            <pc:docMk/>
            <pc:sldMk cId="983939959" sldId="300"/>
            <ac:spMk id="16" creationId="{1F23E73A-FDC8-462C-83C1-3AA8961449CF}"/>
          </ac:spMkLst>
        </pc:spChg>
      </pc:sldChg>
      <pc:sldChg chg="addSp modSp new mod">
        <pc:chgData name="Preetham Danthi" userId="376c2ca1a95b0592" providerId="LiveId" clId="{672A817C-D1BC-4BF6-BBE8-222F9A90DA6A}" dt="2025-11-16T18:32:08.170" v="3290" actId="14100"/>
        <pc:sldMkLst>
          <pc:docMk/>
          <pc:sldMk cId="1487819109" sldId="301"/>
        </pc:sldMkLst>
        <pc:spChg chg="add mod">
          <ac:chgData name="Preetham Danthi" userId="376c2ca1a95b0592" providerId="LiveId" clId="{672A817C-D1BC-4BF6-BBE8-222F9A90DA6A}" dt="2025-11-16T18:32:08.170" v="3290" actId="14100"/>
          <ac:spMkLst>
            <pc:docMk/>
            <pc:sldMk cId="1487819109" sldId="301"/>
            <ac:spMk id="4" creationId="{D189657D-B966-E390-4DFD-69A6831C78F0}"/>
          </ac:spMkLst>
        </pc:spChg>
        <pc:picChg chg="add mod">
          <ac:chgData name="Preetham Danthi" userId="376c2ca1a95b0592" providerId="LiveId" clId="{672A817C-D1BC-4BF6-BBE8-222F9A90DA6A}" dt="2025-11-16T18:29:03.355" v="3283" actId="962"/>
          <ac:picMkLst>
            <pc:docMk/>
            <pc:sldMk cId="1487819109" sldId="301"/>
            <ac:picMk id="3" creationId="{811248A6-1DF8-F647-C36B-DA3A8FBA9A35}"/>
          </ac:picMkLst>
        </pc:picChg>
      </pc:sldChg>
      <pc:sldChg chg="addSp modSp new mod setBg">
        <pc:chgData name="Preetham Danthi" userId="376c2ca1a95b0592" providerId="LiveId" clId="{672A817C-D1BC-4BF6-BBE8-222F9A90DA6A}" dt="2025-11-16T19:00:52.272" v="3513" actId="123"/>
        <pc:sldMkLst>
          <pc:docMk/>
          <pc:sldMk cId="67666300" sldId="302"/>
        </pc:sldMkLst>
        <pc:spChg chg="mod">
          <ac:chgData name="Preetham Danthi" userId="376c2ca1a95b0592" providerId="LiveId" clId="{672A817C-D1BC-4BF6-BBE8-222F9A90DA6A}" dt="2025-11-16T19:00:33.003" v="3509" actId="26606"/>
          <ac:spMkLst>
            <pc:docMk/>
            <pc:sldMk cId="67666300" sldId="302"/>
            <ac:spMk id="2" creationId="{395BB66E-F854-ED02-5947-22DCD29E5EED}"/>
          </ac:spMkLst>
        </pc:spChg>
        <pc:spChg chg="mod">
          <ac:chgData name="Preetham Danthi" userId="376c2ca1a95b0592" providerId="LiveId" clId="{672A817C-D1BC-4BF6-BBE8-222F9A90DA6A}" dt="2025-11-16T19:00:52.272" v="3513" actId="123"/>
          <ac:spMkLst>
            <pc:docMk/>
            <pc:sldMk cId="67666300" sldId="302"/>
            <ac:spMk id="3" creationId="{D826DD01-A462-C6EA-0EAE-7DF7B5B7D58C}"/>
          </ac:spMkLst>
        </pc:spChg>
        <pc:spChg chg="add">
          <ac:chgData name="Preetham Danthi" userId="376c2ca1a95b0592" providerId="LiveId" clId="{672A817C-D1BC-4BF6-BBE8-222F9A90DA6A}" dt="2025-11-16T19:00:33.003" v="3509" actId="26606"/>
          <ac:spMkLst>
            <pc:docMk/>
            <pc:sldMk cId="67666300" sldId="302"/>
            <ac:spMk id="8" creationId="{324E43EB-867C-4B35-9A5C-E435157C7297}"/>
          </ac:spMkLst>
        </pc:spChg>
        <pc:spChg chg="add">
          <ac:chgData name="Preetham Danthi" userId="376c2ca1a95b0592" providerId="LiveId" clId="{672A817C-D1BC-4BF6-BBE8-222F9A90DA6A}" dt="2025-11-16T19:00:33.003" v="3509" actId="26606"/>
          <ac:spMkLst>
            <pc:docMk/>
            <pc:sldMk cId="67666300" sldId="302"/>
            <ac:spMk id="10" creationId="{A7C0F5DA-B59F-4F13-8BB8-FFD8F2C572BC}"/>
          </ac:spMkLst>
        </pc:spChg>
        <pc:spChg chg="add">
          <ac:chgData name="Preetham Danthi" userId="376c2ca1a95b0592" providerId="LiveId" clId="{672A817C-D1BC-4BF6-BBE8-222F9A90DA6A}" dt="2025-11-16T19:00:33.003" v="3509" actId="26606"/>
          <ac:spMkLst>
            <pc:docMk/>
            <pc:sldMk cId="67666300" sldId="302"/>
            <ac:spMk id="12" creationId="{9CEA1DEC-CC9E-4776-9E08-048A15BFA6CA}"/>
          </ac:spMkLst>
        </pc:spChg>
        <pc:spChg chg="add">
          <ac:chgData name="Preetham Danthi" userId="376c2ca1a95b0592" providerId="LiveId" clId="{672A817C-D1BC-4BF6-BBE8-222F9A90DA6A}" dt="2025-11-16T19:00:33.003" v="3509" actId="26606"/>
          <ac:spMkLst>
            <pc:docMk/>
            <pc:sldMk cId="67666300" sldId="302"/>
            <ac:spMk id="14" creationId="{9CE399CF-F4B8-4832-A8CB-B93F6B1EF44B}"/>
          </ac:spMkLst>
        </pc:spChg>
        <pc:spChg chg="add">
          <ac:chgData name="Preetham Danthi" userId="376c2ca1a95b0592" providerId="LiveId" clId="{672A817C-D1BC-4BF6-BBE8-222F9A90DA6A}" dt="2025-11-16T19:00:33.003" v="3509" actId="26606"/>
          <ac:spMkLst>
            <pc:docMk/>
            <pc:sldMk cId="67666300" sldId="302"/>
            <ac:spMk id="16" creationId="{1F23E73A-FDC8-462C-83C1-3AA8961449CF}"/>
          </ac:spMkLst>
        </pc:spChg>
      </pc:sldChg>
      <pc:sldChg chg="addSp modSp new mod">
        <pc:chgData name="Preetham Danthi" userId="376c2ca1a95b0592" providerId="LiveId" clId="{672A817C-D1BC-4BF6-BBE8-222F9A90DA6A}" dt="2025-11-16T19:04:30.624" v="3569" actId="20577"/>
        <pc:sldMkLst>
          <pc:docMk/>
          <pc:sldMk cId="1460895832" sldId="303"/>
        </pc:sldMkLst>
        <pc:graphicFrameChg chg="add mod">
          <ac:chgData name="Preetham Danthi" userId="376c2ca1a95b0592" providerId="LiveId" clId="{672A817C-D1BC-4BF6-BBE8-222F9A90DA6A}" dt="2025-11-16T19:04:30.624" v="3569" actId="20577"/>
          <ac:graphicFrameMkLst>
            <pc:docMk/>
            <pc:sldMk cId="1460895832" sldId="303"/>
            <ac:graphicFrameMk id="6" creationId="{ABECCE12-BAA0-59C2-8ACF-5B12003EFF90}"/>
          </ac:graphicFrameMkLst>
        </pc:graphicFrameChg>
        <pc:picChg chg="add mod">
          <ac:chgData name="Preetham Danthi" userId="376c2ca1a95b0592" providerId="LiveId" clId="{672A817C-D1BC-4BF6-BBE8-222F9A90DA6A}" dt="2025-11-16T19:01:59.115" v="3518" actId="1076"/>
          <ac:picMkLst>
            <pc:docMk/>
            <pc:sldMk cId="1460895832" sldId="303"/>
            <ac:picMk id="3" creationId="{B6068855-404B-45DB-CF75-691AC0CA3790}"/>
          </ac:picMkLst>
        </pc:picChg>
      </pc:sldChg>
      <pc:sldChg chg="addSp modSp new mod setBg">
        <pc:chgData name="Preetham Danthi" userId="376c2ca1a95b0592" providerId="LiveId" clId="{672A817C-D1BC-4BF6-BBE8-222F9A90DA6A}" dt="2025-11-16T19:09:02.406" v="3796" actId="20577"/>
        <pc:sldMkLst>
          <pc:docMk/>
          <pc:sldMk cId="956463076" sldId="304"/>
        </pc:sldMkLst>
        <pc:spChg chg="mod">
          <ac:chgData name="Preetham Danthi" userId="376c2ca1a95b0592" providerId="LiveId" clId="{672A817C-D1BC-4BF6-BBE8-222F9A90DA6A}" dt="2025-11-16T19:08:07.443" v="3771" actId="26606"/>
          <ac:spMkLst>
            <pc:docMk/>
            <pc:sldMk cId="956463076" sldId="304"/>
            <ac:spMk id="2" creationId="{9EE0A259-4ECF-E857-8069-0DB1368A5C8C}"/>
          </ac:spMkLst>
        </pc:spChg>
        <pc:spChg chg="mod">
          <ac:chgData name="Preetham Danthi" userId="376c2ca1a95b0592" providerId="LiveId" clId="{672A817C-D1BC-4BF6-BBE8-222F9A90DA6A}" dt="2025-11-16T19:09:02.406" v="3796" actId="20577"/>
          <ac:spMkLst>
            <pc:docMk/>
            <pc:sldMk cId="956463076" sldId="304"/>
            <ac:spMk id="3" creationId="{9C0477C4-E91A-C452-FDE6-7307D9319024}"/>
          </ac:spMkLst>
        </pc:spChg>
        <pc:spChg chg="add">
          <ac:chgData name="Preetham Danthi" userId="376c2ca1a95b0592" providerId="LiveId" clId="{672A817C-D1BC-4BF6-BBE8-222F9A90DA6A}" dt="2025-11-16T19:08:07.443" v="3771" actId="26606"/>
          <ac:spMkLst>
            <pc:docMk/>
            <pc:sldMk cId="956463076" sldId="304"/>
            <ac:spMk id="8" creationId="{324E43EB-867C-4B35-9A5C-E435157C7297}"/>
          </ac:spMkLst>
        </pc:spChg>
        <pc:spChg chg="add">
          <ac:chgData name="Preetham Danthi" userId="376c2ca1a95b0592" providerId="LiveId" clId="{672A817C-D1BC-4BF6-BBE8-222F9A90DA6A}" dt="2025-11-16T19:08:07.443" v="3771" actId="26606"/>
          <ac:spMkLst>
            <pc:docMk/>
            <pc:sldMk cId="956463076" sldId="304"/>
            <ac:spMk id="10" creationId="{A7C0F5DA-B59F-4F13-8BB8-FFD8F2C572BC}"/>
          </ac:spMkLst>
        </pc:spChg>
        <pc:spChg chg="add">
          <ac:chgData name="Preetham Danthi" userId="376c2ca1a95b0592" providerId="LiveId" clId="{672A817C-D1BC-4BF6-BBE8-222F9A90DA6A}" dt="2025-11-16T19:08:07.443" v="3771" actId="26606"/>
          <ac:spMkLst>
            <pc:docMk/>
            <pc:sldMk cId="956463076" sldId="304"/>
            <ac:spMk id="12" creationId="{9CEA1DEC-CC9E-4776-9E08-048A15BFA6CA}"/>
          </ac:spMkLst>
        </pc:spChg>
        <pc:spChg chg="add">
          <ac:chgData name="Preetham Danthi" userId="376c2ca1a95b0592" providerId="LiveId" clId="{672A817C-D1BC-4BF6-BBE8-222F9A90DA6A}" dt="2025-11-16T19:08:07.443" v="3771" actId="26606"/>
          <ac:spMkLst>
            <pc:docMk/>
            <pc:sldMk cId="956463076" sldId="304"/>
            <ac:spMk id="14" creationId="{9CE399CF-F4B8-4832-A8CB-B93F6B1EF44B}"/>
          </ac:spMkLst>
        </pc:spChg>
        <pc:spChg chg="add">
          <ac:chgData name="Preetham Danthi" userId="376c2ca1a95b0592" providerId="LiveId" clId="{672A817C-D1BC-4BF6-BBE8-222F9A90DA6A}" dt="2025-11-16T19:08:07.443" v="3771" actId="26606"/>
          <ac:spMkLst>
            <pc:docMk/>
            <pc:sldMk cId="956463076" sldId="304"/>
            <ac:spMk id="16" creationId="{1F23E73A-FDC8-462C-83C1-3AA8961449CF}"/>
          </ac:spMkLst>
        </pc:spChg>
      </pc:sldChg>
      <pc:sldChg chg="addSp delSp modSp new mod setBg">
        <pc:chgData name="Preetham Danthi" userId="376c2ca1a95b0592" providerId="LiveId" clId="{672A817C-D1BC-4BF6-BBE8-222F9A90DA6A}" dt="2025-11-16T19:12:20.853" v="3843" actId="26606"/>
        <pc:sldMkLst>
          <pc:docMk/>
          <pc:sldMk cId="174064708" sldId="305"/>
        </pc:sldMkLst>
        <pc:spChg chg="add mod">
          <ac:chgData name="Preetham Danthi" userId="376c2ca1a95b0592" providerId="LiveId" clId="{672A817C-D1BC-4BF6-BBE8-222F9A90DA6A}" dt="2025-11-16T19:12:20.853" v="3843" actId="26606"/>
          <ac:spMkLst>
            <pc:docMk/>
            <pc:sldMk cId="174064708" sldId="305"/>
            <ac:spMk id="4" creationId="{A03DE922-4DCD-4057-342B-AA09512A050E}"/>
          </ac:spMkLst>
        </pc:spChg>
        <pc:picChg chg="add mod ord">
          <ac:chgData name="Preetham Danthi" userId="376c2ca1a95b0592" providerId="LiveId" clId="{672A817C-D1BC-4BF6-BBE8-222F9A90DA6A}" dt="2025-11-16T19:12:20.853" v="3843" actId="26606"/>
          <ac:picMkLst>
            <pc:docMk/>
            <pc:sldMk cId="174064708" sldId="305"/>
            <ac:picMk id="3" creationId="{653E47CE-0076-76AC-E860-B2DA5FEF5996}"/>
          </ac:picMkLst>
        </pc:picChg>
      </pc:sldChg>
      <pc:sldChg chg="addSp modSp new mod setBg">
        <pc:chgData name="Preetham Danthi" userId="376c2ca1a95b0592" providerId="LiveId" clId="{672A817C-D1BC-4BF6-BBE8-222F9A90DA6A}" dt="2025-11-16T19:16:05.609" v="4042" actId="123"/>
        <pc:sldMkLst>
          <pc:docMk/>
          <pc:sldMk cId="3386091236" sldId="306"/>
        </pc:sldMkLst>
        <pc:spChg chg="mod">
          <ac:chgData name="Preetham Danthi" userId="376c2ca1a95b0592" providerId="LiveId" clId="{672A817C-D1BC-4BF6-BBE8-222F9A90DA6A}" dt="2025-11-16T19:15:55.150" v="4041" actId="26606"/>
          <ac:spMkLst>
            <pc:docMk/>
            <pc:sldMk cId="3386091236" sldId="306"/>
            <ac:spMk id="2" creationId="{C052AEEC-8A57-24C8-AC49-10DB1055D525}"/>
          </ac:spMkLst>
        </pc:spChg>
        <pc:spChg chg="mod">
          <ac:chgData name="Preetham Danthi" userId="376c2ca1a95b0592" providerId="LiveId" clId="{672A817C-D1BC-4BF6-BBE8-222F9A90DA6A}" dt="2025-11-16T19:16:05.609" v="4042" actId="123"/>
          <ac:spMkLst>
            <pc:docMk/>
            <pc:sldMk cId="3386091236" sldId="306"/>
            <ac:spMk id="3" creationId="{015A7BF4-7856-641C-03D2-64E408F1675C}"/>
          </ac:spMkLst>
        </pc:spChg>
        <pc:spChg chg="add">
          <ac:chgData name="Preetham Danthi" userId="376c2ca1a95b0592" providerId="LiveId" clId="{672A817C-D1BC-4BF6-BBE8-222F9A90DA6A}" dt="2025-11-16T19:15:55.150" v="4041" actId="26606"/>
          <ac:spMkLst>
            <pc:docMk/>
            <pc:sldMk cId="3386091236" sldId="306"/>
            <ac:spMk id="8" creationId="{324E43EB-867C-4B35-9A5C-E435157C7297}"/>
          </ac:spMkLst>
        </pc:spChg>
        <pc:spChg chg="add">
          <ac:chgData name="Preetham Danthi" userId="376c2ca1a95b0592" providerId="LiveId" clId="{672A817C-D1BC-4BF6-BBE8-222F9A90DA6A}" dt="2025-11-16T19:15:55.150" v="4041" actId="26606"/>
          <ac:spMkLst>
            <pc:docMk/>
            <pc:sldMk cId="3386091236" sldId="306"/>
            <ac:spMk id="10" creationId="{A7C0F5DA-B59F-4F13-8BB8-FFD8F2C572BC}"/>
          </ac:spMkLst>
        </pc:spChg>
        <pc:spChg chg="add">
          <ac:chgData name="Preetham Danthi" userId="376c2ca1a95b0592" providerId="LiveId" clId="{672A817C-D1BC-4BF6-BBE8-222F9A90DA6A}" dt="2025-11-16T19:15:55.150" v="4041" actId="26606"/>
          <ac:spMkLst>
            <pc:docMk/>
            <pc:sldMk cId="3386091236" sldId="306"/>
            <ac:spMk id="12" creationId="{9CEA1DEC-CC9E-4776-9E08-048A15BFA6CA}"/>
          </ac:spMkLst>
        </pc:spChg>
        <pc:spChg chg="add">
          <ac:chgData name="Preetham Danthi" userId="376c2ca1a95b0592" providerId="LiveId" clId="{672A817C-D1BC-4BF6-BBE8-222F9A90DA6A}" dt="2025-11-16T19:15:55.150" v="4041" actId="26606"/>
          <ac:spMkLst>
            <pc:docMk/>
            <pc:sldMk cId="3386091236" sldId="306"/>
            <ac:spMk id="14" creationId="{9CE399CF-F4B8-4832-A8CB-B93F6B1EF44B}"/>
          </ac:spMkLst>
        </pc:spChg>
        <pc:spChg chg="add">
          <ac:chgData name="Preetham Danthi" userId="376c2ca1a95b0592" providerId="LiveId" clId="{672A817C-D1BC-4BF6-BBE8-222F9A90DA6A}" dt="2025-11-16T19:15:55.150" v="4041" actId="26606"/>
          <ac:spMkLst>
            <pc:docMk/>
            <pc:sldMk cId="3386091236" sldId="306"/>
            <ac:spMk id="16" creationId="{1F23E73A-FDC8-462C-83C1-3AA8961449CF}"/>
          </ac:spMkLst>
        </pc:spChg>
      </pc:sldChg>
      <pc:sldChg chg="addSp modSp new mod">
        <pc:chgData name="Preetham Danthi" userId="376c2ca1a95b0592" providerId="LiveId" clId="{672A817C-D1BC-4BF6-BBE8-222F9A90DA6A}" dt="2025-11-16T19:18:02.801" v="4056" actId="14100"/>
        <pc:sldMkLst>
          <pc:docMk/>
          <pc:sldMk cId="2665423806" sldId="307"/>
        </pc:sldMkLst>
        <pc:spChg chg="add mod">
          <ac:chgData name="Preetham Danthi" userId="376c2ca1a95b0592" providerId="LiveId" clId="{672A817C-D1BC-4BF6-BBE8-222F9A90DA6A}" dt="2025-11-16T19:18:02.801" v="4056" actId="14100"/>
          <ac:spMkLst>
            <pc:docMk/>
            <pc:sldMk cId="2665423806" sldId="307"/>
            <ac:spMk id="4" creationId="{80703B2E-D932-18D3-2C89-6F0D449A03AC}"/>
          </ac:spMkLst>
        </pc:spChg>
        <pc:picChg chg="add mod">
          <ac:chgData name="Preetham Danthi" userId="376c2ca1a95b0592" providerId="LiveId" clId="{672A817C-D1BC-4BF6-BBE8-222F9A90DA6A}" dt="2025-11-16T19:16:33.204" v="4047" actId="1076"/>
          <ac:picMkLst>
            <pc:docMk/>
            <pc:sldMk cId="2665423806" sldId="307"/>
            <ac:picMk id="3" creationId="{0DC0893E-DC22-C8C7-FD6C-A7BC8C0FE151}"/>
          </ac:picMkLst>
        </pc:picChg>
      </pc:sldChg>
      <pc:sldChg chg="modSp new mod">
        <pc:chgData name="Preetham Danthi" userId="376c2ca1a95b0592" providerId="LiveId" clId="{672A817C-D1BC-4BF6-BBE8-222F9A90DA6A}" dt="2025-11-18T02:10:53.293" v="4093" actId="20577"/>
        <pc:sldMkLst>
          <pc:docMk/>
          <pc:sldMk cId="1152169527" sldId="308"/>
        </pc:sldMkLst>
        <pc:spChg chg="mod">
          <ac:chgData name="Preetham Danthi" userId="376c2ca1a95b0592" providerId="LiveId" clId="{672A817C-D1BC-4BF6-BBE8-222F9A90DA6A}" dt="2025-11-18T02:07:59.779" v="4064" actId="20577"/>
          <ac:spMkLst>
            <pc:docMk/>
            <pc:sldMk cId="1152169527" sldId="308"/>
            <ac:spMk id="2" creationId="{C6B29860-ED02-9A1F-ECEA-1867A75466B1}"/>
          </ac:spMkLst>
        </pc:spChg>
        <pc:spChg chg="mod">
          <ac:chgData name="Preetham Danthi" userId="376c2ca1a95b0592" providerId="LiveId" clId="{672A817C-D1BC-4BF6-BBE8-222F9A90DA6A}" dt="2025-11-18T02:10:53.293" v="4093" actId="20577"/>
          <ac:spMkLst>
            <pc:docMk/>
            <pc:sldMk cId="1152169527" sldId="308"/>
            <ac:spMk id="3" creationId="{0B6962D3-6CBB-117F-0249-2E59E11C626A}"/>
          </ac:spMkLst>
        </pc:spChg>
      </pc:sldChg>
      <pc:sldChg chg="addSp modSp new mod">
        <pc:chgData name="Preetham Danthi" userId="376c2ca1a95b0592" providerId="LiveId" clId="{672A817C-D1BC-4BF6-BBE8-222F9A90DA6A}" dt="2025-11-18T02:14:06.937" v="4116" actId="20577"/>
        <pc:sldMkLst>
          <pc:docMk/>
          <pc:sldMk cId="1233681511" sldId="309"/>
        </pc:sldMkLst>
        <pc:spChg chg="add mod">
          <ac:chgData name="Preetham Danthi" userId="376c2ca1a95b0592" providerId="LiveId" clId="{672A817C-D1BC-4BF6-BBE8-222F9A90DA6A}" dt="2025-11-18T02:14:06.937" v="4116" actId="20577"/>
          <ac:spMkLst>
            <pc:docMk/>
            <pc:sldMk cId="1233681511" sldId="309"/>
            <ac:spMk id="2" creationId="{064F75E6-D909-B7DB-EE93-6C7F4D22DFD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avg_delay_days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RT_02</c:v>
                </c:pt>
                <c:pt idx="1">
                  <c:v>RT_15</c:v>
                </c:pt>
                <c:pt idx="2">
                  <c:v>RT_16</c:v>
                </c:pt>
                <c:pt idx="3">
                  <c:v>RT_05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5.1176000000000004</c:v>
                </c:pt>
                <c:pt idx="1">
                  <c:v>5.0587999999999997</c:v>
                </c:pt>
                <c:pt idx="2">
                  <c:v>5</c:v>
                </c:pt>
                <c:pt idx="3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C6-4F91-AF7D-06E1C26AC8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RT_02</c:v>
                </c:pt>
                <c:pt idx="1">
                  <c:v>RT_15</c:v>
                </c:pt>
                <c:pt idx="2">
                  <c:v>RT_16</c:v>
                </c:pt>
                <c:pt idx="3">
                  <c:v>RT_05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72C6-4F91-AF7D-06E1C26AC8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RT_02</c:v>
                </c:pt>
                <c:pt idx="1">
                  <c:v>RT_15</c:v>
                </c:pt>
                <c:pt idx="2">
                  <c:v>RT_16</c:v>
                </c:pt>
                <c:pt idx="3">
                  <c:v>RT_05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72C6-4F91-AF7D-06E1C26AC8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76411568"/>
        <c:axId val="1776413488"/>
      </c:barChart>
      <c:catAx>
        <c:axId val="17764115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6413488"/>
        <c:crosses val="autoZero"/>
        <c:auto val="1"/>
        <c:lblAlgn val="ctr"/>
        <c:lblOffset val="100"/>
        <c:noMultiLvlLbl val="0"/>
      </c:catAx>
      <c:valAx>
        <c:axId val="17764134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6411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efficiency_ratio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RT_13</c:v>
                </c:pt>
                <c:pt idx="1">
                  <c:v>RT_14</c:v>
                </c:pt>
                <c:pt idx="2">
                  <c:v>RT_03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0.72788656309999999</c:v>
                </c:pt>
                <c:pt idx="1">
                  <c:v>1.0011025358000001</c:v>
                </c:pt>
                <c:pt idx="2">
                  <c:v>1.1295060079999999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47-479B-85E0-F2658F99D5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RT_13</c:v>
                </c:pt>
                <c:pt idx="1">
                  <c:v>RT_14</c:v>
                </c:pt>
                <c:pt idx="2">
                  <c:v>RT_03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B147-479B-85E0-F2658F99D5F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RT_13</c:v>
                </c:pt>
                <c:pt idx="1">
                  <c:v>RT_14</c:v>
                </c:pt>
                <c:pt idx="2">
                  <c:v>RT_03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B147-479B-85E0-F2658F99D5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73375824"/>
        <c:axId val="1773374384"/>
      </c:barChart>
      <c:catAx>
        <c:axId val="1773375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3374384"/>
        <c:crosses val="autoZero"/>
        <c:auto val="1"/>
        <c:lblAlgn val="ctr"/>
        <c:lblOffset val="100"/>
        <c:noMultiLvlLbl val="0"/>
      </c:catAx>
      <c:valAx>
        <c:axId val="1773374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3375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Percentage_delayed_shipments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RT_14</c:v>
                </c:pt>
                <c:pt idx="1">
                  <c:v>RT_12</c:v>
                </c:pt>
                <c:pt idx="2">
                  <c:v>RT_10</c:v>
                </c:pt>
                <c:pt idx="3">
                  <c:v>RT_05</c:v>
                </c:pt>
                <c:pt idx="4">
                  <c:v>RT_17</c:v>
                </c:pt>
                <c:pt idx="5">
                  <c:v>RT_15</c:v>
                </c:pt>
                <c:pt idx="6">
                  <c:v>RT_13</c:v>
                </c:pt>
                <c:pt idx="7">
                  <c:v>RT_18</c:v>
                </c:pt>
                <c:pt idx="8">
                  <c:v>RT_06</c:v>
                </c:pt>
                <c:pt idx="9">
                  <c:v>RT_01</c:v>
                </c:pt>
                <c:pt idx="10">
                  <c:v>RT_09</c:v>
                </c:pt>
                <c:pt idx="11">
                  <c:v>RT_16</c:v>
                </c:pt>
                <c:pt idx="12">
                  <c:v>RT_07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35.2941</c:v>
                </c:pt>
                <c:pt idx="1">
                  <c:v>27.777799999999999</c:v>
                </c:pt>
                <c:pt idx="2">
                  <c:v>21.052600000000002</c:v>
                </c:pt>
                <c:pt idx="3">
                  <c:v>40</c:v>
                </c:pt>
                <c:pt idx="4">
                  <c:v>33.333300000000001</c:v>
                </c:pt>
                <c:pt idx="5">
                  <c:v>23.529399999999999</c:v>
                </c:pt>
                <c:pt idx="6">
                  <c:v>54.545499999999997</c:v>
                </c:pt>
                <c:pt idx="7">
                  <c:v>28.571400000000001</c:v>
                </c:pt>
                <c:pt idx="8">
                  <c:v>33.333300000000001</c:v>
                </c:pt>
                <c:pt idx="9">
                  <c:v>30.769200000000001</c:v>
                </c:pt>
                <c:pt idx="10">
                  <c:v>31.25</c:v>
                </c:pt>
                <c:pt idx="11">
                  <c:v>30</c:v>
                </c:pt>
                <c:pt idx="12">
                  <c:v>22.222200000000001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8B-4B2E-A7A8-11FF956DFB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RT_14</c:v>
                </c:pt>
                <c:pt idx="1">
                  <c:v>RT_12</c:v>
                </c:pt>
                <c:pt idx="2">
                  <c:v>RT_10</c:v>
                </c:pt>
                <c:pt idx="3">
                  <c:v>RT_05</c:v>
                </c:pt>
                <c:pt idx="4">
                  <c:v>RT_17</c:v>
                </c:pt>
                <c:pt idx="5">
                  <c:v>RT_15</c:v>
                </c:pt>
                <c:pt idx="6">
                  <c:v>RT_13</c:v>
                </c:pt>
                <c:pt idx="7">
                  <c:v>RT_18</c:v>
                </c:pt>
                <c:pt idx="8">
                  <c:v>RT_06</c:v>
                </c:pt>
                <c:pt idx="9">
                  <c:v>RT_01</c:v>
                </c:pt>
                <c:pt idx="10">
                  <c:v>RT_09</c:v>
                </c:pt>
                <c:pt idx="11">
                  <c:v>RT_16</c:v>
                </c:pt>
                <c:pt idx="12">
                  <c:v>RT_07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C8B-4B2E-A7A8-11FF956DFB6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RT_14</c:v>
                </c:pt>
                <c:pt idx="1">
                  <c:v>RT_12</c:v>
                </c:pt>
                <c:pt idx="2">
                  <c:v>RT_10</c:v>
                </c:pt>
                <c:pt idx="3">
                  <c:v>RT_05</c:v>
                </c:pt>
                <c:pt idx="4">
                  <c:v>RT_17</c:v>
                </c:pt>
                <c:pt idx="5">
                  <c:v>RT_15</c:v>
                </c:pt>
                <c:pt idx="6">
                  <c:v>RT_13</c:v>
                </c:pt>
                <c:pt idx="7">
                  <c:v>RT_18</c:v>
                </c:pt>
                <c:pt idx="8">
                  <c:v>RT_06</c:v>
                </c:pt>
                <c:pt idx="9">
                  <c:v>RT_01</c:v>
                </c:pt>
                <c:pt idx="10">
                  <c:v>RT_09</c:v>
                </c:pt>
                <c:pt idx="11">
                  <c:v>RT_16</c:v>
                </c:pt>
                <c:pt idx="12">
                  <c:v>RT_07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C8B-4B2E-A7A8-11FF956DFB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75134272"/>
        <c:axId val="1775128512"/>
      </c:lineChart>
      <c:catAx>
        <c:axId val="1775134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5128512"/>
        <c:crosses val="autoZero"/>
        <c:auto val="1"/>
        <c:lblAlgn val="ctr"/>
        <c:lblOffset val="100"/>
        <c:noMultiLvlLbl val="0"/>
      </c:catAx>
      <c:valAx>
        <c:axId val="1775128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5134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Warehouse</a:t>
            </a:r>
            <a:r>
              <a:rPr lang="en-US" baseline="0"/>
              <a:t> Performance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4.1835999015748034E-2"/>
          <c:y val="3.3897106881327445E-2"/>
          <c:w val="0.93472650098425192"/>
          <c:h val="0.6728993936911272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Warehouse_name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WH_10</c:v>
                </c:pt>
                <c:pt idx="1">
                  <c:v>WH_09</c:v>
                </c:pt>
                <c:pt idx="2">
                  <c:v>WH_01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C0-4B30-9C11-FA5EF8986A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Average_Processing_Time_min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WH_10</c:v>
                </c:pt>
                <c:pt idx="1">
                  <c:v>WH_09</c:v>
                </c:pt>
                <c:pt idx="2">
                  <c:v>WH_01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117</c:v>
                </c:pt>
                <c:pt idx="1">
                  <c:v>110</c:v>
                </c:pt>
                <c:pt idx="2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C0-4B30-9C11-FA5EF8986A2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WH_10</c:v>
                </c:pt>
                <c:pt idx="1">
                  <c:v>WH_09</c:v>
                </c:pt>
                <c:pt idx="2">
                  <c:v>WH_01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F5C0-4B30-9C11-FA5EF8986A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26668975"/>
        <c:axId val="726670415"/>
      </c:barChart>
      <c:catAx>
        <c:axId val="726668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6670415"/>
        <c:crosses val="autoZero"/>
        <c:auto val="1"/>
        <c:lblAlgn val="ctr"/>
        <c:lblOffset val="100"/>
        <c:noMultiLvlLbl val="0"/>
      </c:catAx>
      <c:valAx>
        <c:axId val="726670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66689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Warehouse</a:t>
            </a:r>
            <a:r>
              <a:rPr lang="en-US" baseline="0"/>
              <a:t> rank</a:t>
            </a:r>
          </a:p>
          <a:p>
            <a:pPr>
              <a:defRPr/>
            </a:pP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on_time_percentage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WH_09</c:v>
                </c:pt>
                <c:pt idx="1">
                  <c:v>WH_06</c:v>
                </c:pt>
                <c:pt idx="2">
                  <c:v>WH_01</c:v>
                </c:pt>
                <c:pt idx="3">
                  <c:v>WH_04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83.72</c:v>
                </c:pt>
                <c:pt idx="1">
                  <c:v>77.78</c:v>
                </c:pt>
                <c:pt idx="2">
                  <c:v>75</c:v>
                </c:pt>
                <c:pt idx="3">
                  <c:v>74.19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06-463C-8610-3E0EE9A34F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WH_09</c:v>
                </c:pt>
                <c:pt idx="1">
                  <c:v>WH_06</c:v>
                </c:pt>
                <c:pt idx="2">
                  <c:v>WH_01</c:v>
                </c:pt>
                <c:pt idx="3">
                  <c:v>WH_04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06-463C-8610-3E0EE9A34F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WH_09</c:v>
                </c:pt>
                <c:pt idx="1">
                  <c:v>WH_06</c:v>
                </c:pt>
                <c:pt idx="2">
                  <c:v>WH_01</c:v>
                </c:pt>
                <c:pt idx="3">
                  <c:v>WH_04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C406-463C-8610-3E0EE9A34F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28948896"/>
        <c:axId val="1028949376"/>
      </c:barChart>
      <c:catAx>
        <c:axId val="1028948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8949376"/>
        <c:crosses val="autoZero"/>
        <c:auto val="1"/>
        <c:lblAlgn val="ctr"/>
        <c:lblOffset val="100"/>
        <c:noMultiLvlLbl val="0"/>
      </c:catAx>
      <c:valAx>
        <c:axId val="1028949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8948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</a:t>
            </a:r>
            <a:r>
              <a:rPr lang="en-US" baseline="0"/>
              <a:t> Speed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4.8085999015748032E-2"/>
          <c:y val="0.12957618073190993"/>
          <c:w val="0.93472650098425192"/>
          <c:h val="0.6881206307532696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avg_speed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Top 5 Agents (by On-Time %)</c:v>
                </c:pt>
                <c:pt idx="1">
                  <c:v>Bottom 5 Agents (by On-Time 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44.08</c:v>
                </c:pt>
                <c:pt idx="1">
                  <c:v>46.14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B7-4AF2-9960-B36B041D7B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Top 5 Agents (by On-Time %)</c:v>
                </c:pt>
                <c:pt idx="1">
                  <c:v>Bottom 5 Agents (by On-Time %)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95B7-4AF2-9960-B36B041D7B9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Top 5 Agents (by On-Time %)</c:v>
                </c:pt>
                <c:pt idx="1">
                  <c:v>Bottom 5 Agents (by On-Time %)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95B7-4AF2-9960-B36B041D7B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35998735"/>
        <c:axId val="935997295"/>
      </c:barChart>
      <c:catAx>
        <c:axId val="9359987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5997295"/>
        <c:crosses val="autoZero"/>
        <c:auto val="1"/>
        <c:lblAlgn val="ctr"/>
        <c:lblOffset val="100"/>
        <c:noMultiLvlLbl val="0"/>
      </c:catAx>
      <c:valAx>
        <c:axId val="935997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59987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reason_count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8000"/>
                      <a:lumMod val="114000"/>
                    </a:schemeClr>
                  </a:gs>
                  <a:gs pos="100000">
                    <a:schemeClr val="accent1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1-0519-47D7-B676-184D78496D12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98000"/>
                      <a:lumMod val="114000"/>
                    </a:schemeClr>
                  </a:gs>
                  <a:gs pos="100000">
                    <a:schemeClr val="accent2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3-0519-47D7-B676-184D78496D12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98000"/>
                      <a:lumMod val="114000"/>
                    </a:schemeClr>
                  </a:gs>
                  <a:gs pos="100000">
                    <a:schemeClr val="accent3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5-0519-47D7-B676-184D78496D12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tint val="98000"/>
                      <a:lumMod val="114000"/>
                    </a:schemeClr>
                  </a:gs>
                  <a:gs pos="100000">
                    <a:schemeClr val="accent4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7-0519-47D7-B676-184D78496D1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Traffic</c:v>
                </c:pt>
                <c:pt idx="1">
                  <c:v>Weather</c:v>
                </c:pt>
                <c:pt idx="2">
                  <c:v>Technical Issue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387</c:v>
                </c:pt>
                <c:pt idx="1">
                  <c:v>192</c:v>
                </c:pt>
                <c:pt idx="2">
                  <c:v>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14-4774-8723-7067FA5D0953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Avg</a:t>
            </a:r>
            <a:r>
              <a:rPr lang="en-US" baseline="0"/>
              <a:t> Delivery Delay Per Region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avg_delivery_delay_days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Ahmedabad</c:v>
                </c:pt>
                <c:pt idx="1">
                  <c:v>Pune</c:v>
                </c:pt>
                <c:pt idx="2">
                  <c:v>Mumbai</c:v>
                </c:pt>
                <c:pt idx="3">
                  <c:v>Hyderabad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4.7272999999999996</c:v>
                </c:pt>
                <c:pt idx="1">
                  <c:v>4.7222</c:v>
                </c:pt>
                <c:pt idx="2">
                  <c:v>4.4901999999999997</c:v>
                </c:pt>
                <c:pt idx="3">
                  <c:v>4.4451999999999998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4A-40C2-99B1-DBEA1E119C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Ahmedabad</c:v>
                </c:pt>
                <c:pt idx="1">
                  <c:v>Pune</c:v>
                </c:pt>
                <c:pt idx="2">
                  <c:v>Mumbai</c:v>
                </c:pt>
                <c:pt idx="3">
                  <c:v>Hyderabad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F94A-40C2-99B1-DBEA1E119CD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Ahmedabad</c:v>
                </c:pt>
                <c:pt idx="1">
                  <c:v>Pune</c:v>
                </c:pt>
                <c:pt idx="2">
                  <c:v>Mumbai</c:v>
                </c:pt>
                <c:pt idx="3">
                  <c:v>Hyderabad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F94A-40C2-99B1-DBEA1E119C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10714000"/>
        <c:axId val="1410699120"/>
      </c:barChart>
      <c:catAx>
        <c:axId val="14107140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0699120"/>
        <c:crosses val="autoZero"/>
        <c:auto val="1"/>
        <c:lblAlgn val="ctr"/>
        <c:lblOffset val="100"/>
        <c:noMultiLvlLbl val="0"/>
      </c:catAx>
      <c:valAx>
        <c:axId val="14106991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0714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4A228C-CEEF-476F-AF6E-6B0A3D11D78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B8DD6D0-C336-4F5E-AC80-D8735943E816}">
      <dgm:prSet/>
      <dgm:spPr/>
      <dgm:t>
        <a:bodyPr/>
        <a:lstStyle/>
        <a:p>
          <a:r>
            <a:rPr lang="en-US" i="0" baseline="0"/>
            <a:t>1.Flipkart’s logistics arm, Ekart, delivers millions of orders daily across metros and smaller cities.</a:t>
          </a:r>
          <a:endParaRPr lang="en-US"/>
        </a:p>
      </dgm:t>
    </dgm:pt>
    <dgm:pt modelId="{A028BAFF-CA88-4F62-B7E3-91395CD4024A}" type="parTrans" cxnId="{1245A61C-5F2B-4CE3-AEC0-14C9EE1F06DA}">
      <dgm:prSet/>
      <dgm:spPr/>
      <dgm:t>
        <a:bodyPr/>
        <a:lstStyle/>
        <a:p>
          <a:endParaRPr lang="en-US"/>
        </a:p>
      </dgm:t>
    </dgm:pt>
    <dgm:pt modelId="{2A86E220-BCC4-450F-B56F-A7AED1C0BE76}" type="sibTrans" cxnId="{1245A61C-5F2B-4CE3-AEC0-14C9EE1F06DA}">
      <dgm:prSet/>
      <dgm:spPr/>
      <dgm:t>
        <a:bodyPr/>
        <a:lstStyle/>
        <a:p>
          <a:endParaRPr lang="en-US"/>
        </a:p>
      </dgm:t>
    </dgm:pt>
    <dgm:pt modelId="{3C3BF6B8-7353-4C05-971A-8700E3853289}">
      <dgm:prSet/>
      <dgm:spPr/>
      <dgm:t>
        <a:bodyPr/>
        <a:lstStyle/>
        <a:p>
          <a:r>
            <a:rPr lang="en-US" i="0" baseline="0"/>
            <a:t>2.With rising order volumes, it’s facing challenges like delivery delays, route inefficiencies, and traffic disruptions</a:t>
          </a:r>
          <a:endParaRPr lang="en-US"/>
        </a:p>
      </dgm:t>
    </dgm:pt>
    <dgm:pt modelId="{284180D5-40C4-4EB9-8B27-1A268AB1A839}" type="parTrans" cxnId="{6A8E64CC-7800-4CC9-B6E9-6F402252D555}">
      <dgm:prSet/>
      <dgm:spPr/>
      <dgm:t>
        <a:bodyPr/>
        <a:lstStyle/>
        <a:p>
          <a:endParaRPr lang="en-US"/>
        </a:p>
      </dgm:t>
    </dgm:pt>
    <dgm:pt modelId="{F2CEB343-11D1-43B8-8A87-2EA7C72D08C5}" type="sibTrans" cxnId="{6A8E64CC-7800-4CC9-B6E9-6F402252D555}">
      <dgm:prSet/>
      <dgm:spPr/>
      <dgm:t>
        <a:bodyPr/>
        <a:lstStyle/>
        <a:p>
          <a:endParaRPr lang="en-US"/>
        </a:p>
      </dgm:t>
    </dgm:pt>
    <dgm:pt modelId="{708D28DF-80A3-49FD-B8DA-D66752B44A9A}">
      <dgm:prSet/>
      <dgm:spPr/>
      <dgm:t>
        <a:bodyPr/>
        <a:lstStyle/>
        <a:p>
          <a:r>
            <a:rPr lang="en-US" i="0" baseline="0"/>
            <a:t>3.These issues are leading to higher costs and lower customer satisfaction.</a:t>
          </a:r>
          <a:endParaRPr lang="en-US"/>
        </a:p>
      </dgm:t>
    </dgm:pt>
    <dgm:pt modelId="{994B19CB-BF8D-496F-B840-79DFF3BE607C}" type="parTrans" cxnId="{D6A207B3-D608-4F6C-B885-1EB76C6D3072}">
      <dgm:prSet/>
      <dgm:spPr/>
      <dgm:t>
        <a:bodyPr/>
        <a:lstStyle/>
        <a:p>
          <a:endParaRPr lang="en-US"/>
        </a:p>
      </dgm:t>
    </dgm:pt>
    <dgm:pt modelId="{051E5520-7D91-4FC9-8BFB-C05040018200}" type="sibTrans" cxnId="{D6A207B3-D608-4F6C-B885-1EB76C6D3072}">
      <dgm:prSet/>
      <dgm:spPr/>
      <dgm:t>
        <a:bodyPr/>
        <a:lstStyle/>
        <a:p>
          <a:endParaRPr lang="en-US"/>
        </a:p>
      </dgm:t>
    </dgm:pt>
    <dgm:pt modelId="{99AFA257-9D70-48F6-AF48-1D291DB9CF0F}">
      <dgm:prSet/>
      <dgm:spPr/>
      <dgm:t>
        <a:bodyPr/>
        <a:lstStyle/>
        <a:p>
          <a:r>
            <a:rPr lang="en-US" i="0" baseline="0"/>
            <a:t>4.The goal is to analyze logistics data from relational databases to uncover patterns that can help improve delivery efficiency and reduce delays.</a:t>
          </a:r>
          <a:endParaRPr lang="en-US"/>
        </a:p>
      </dgm:t>
    </dgm:pt>
    <dgm:pt modelId="{753EEADF-8E0F-4959-B4E1-1A90EB32F521}" type="parTrans" cxnId="{178808B8-0280-41A4-98F4-7982586B9421}">
      <dgm:prSet/>
      <dgm:spPr/>
      <dgm:t>
        <a:bodyPr/>
        <a:lstStyle/>
        <a:p>
          <a:endParaRPr lang="en-US"/>
        </a:p>
      </dgm:t>
    </dgm:pt>
    <dgm:pt modelId="{94E32ED4-D56A-45FC-823B-CD21249B5924}" type="sibTrans" cxnId="{178808B8-0280-41A4-98F4-7982586B9421}">
      <dgm:prSet/>
      <dgm:spPr/>
      <dgm:t>
        <a:bodyPr/>
        <a:lstStyle/>
        <a:p>
          <a:endParaRPr lang="en-US"/>
        </a:p>
      </dgm:t>
    </dgm:pt>
    <dgm:pt modelId="{761AED20-0E8C-481B-9A46-5CAE55185C08}" type="pres">
      <dgm:prSet presAssocID="{C94A228C-CEEF-476F-AF6E-6B0A3D11D78D}" presName="root" presStyleCnt="0">
        <dgm:presLayoutVars>
          <dgm:dir/>
          <dgm:resizeHandles val="exact"/>
        </dgm:presLayoutVars>
      </dgm:prSet>
      <dgm:spPr/>
    </dgm:pt>
    <dgm:pt modelId="{70A4571A-4CDB-483B-AE1A-BFEF3EA5606C}" type="pres">
      <dgm:prSet presAssocID="{BB8DD6D0-C336-4F5E-AC80-D8735943E816}" presName="compNode" presStyleCnt="0"/>
      <dgm:spPr/>
    </dgm:pt>
    <dgm:pt modelId="{5B0CCEDA-D86A-4CAC-BAAE-BB5356DFB47A}" type="pres">
      <dgm:prSet presAssocID="{BB8DD6D0-C336-4F5E-AC80-D8735943E816}" presName="bgRect" presStyleLbl="bgShp" presStyleIdx="0" presStyleCnt="4"/>
      <dgm:spPr/>
    </dgm:pt>
    <dgm:pt modelId="{8737290F-4778-47A6-A802-85E5E1DFB43B}" type="pres">
      <dgm:prSet presAssocID="{BB8DD6D0-C336-4F5E-AC80-D8735943E81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79DCD030-2327-4FBE-B574-E82E0B0FC9E0}" type="pres">
      <dgm:prSet presAssocID="{BB8DD6D0-C336-4F5E-AC80-D8735943E816}" presName="spaceRect" presStyleCnt="0"/>
      <dgm:spPr/>
    </dgm:pt>
    <dgm:pt modelId="{9873797D-B5C7-492A-A5E0-88E57DFEE312}" type="pres">
      <dgm:prSet presAssocID="{BB8DD6D0-C336-4F5E-AC80-D8735943E816}" presName="parTx" presStyleLbl="revTx" presStyleIdx="0" presStyleCnt="4">
        <dgm:presLayoutVars>
          <dgm:chMax val="0"/>
          <dgm:chPref val="0"/>
        </dgm:presLayoutVars>
      </dgm:prSet>
      <dgm:spPr/>
    </dgm:pt>
    <dgm:pt modelId="{17F93AE7-EE9E-4843-BF05-497A902535D4}" type="pres">
      <dgm:prSet presAssocID="{2A86E220-BCC4-450F-B56F-A7AED1C0BE76}" presName="sibTrans" presStyleCnt="0"/>
      <dgm:spPr/>
    </dgm:pt>
    <dgm:pt modelId="{E73ECC48-9E0A-40FC-80E0-B0A586945F22}" type="pres">
      <dgm:prSet presAssocID="{3C3BF6B8-7353-4C05-971A-8700E3853289}" presName="compNode" presStyleCnt="0"/>
      <dgm:spPr/>
    </dgm:pt>
    <dgm:pt modelId="{723A9116-6E55-46C7-8730-86FF56AB13D8}" type="pres">
      <dgm:prSet presAssocID="{3C3BF6B8-7353-4C05-971A-8700E3853289}" presName="bgRect" presStyleLbl="bgShp" presStyleIdx="1" presStyleCnt="4"/>
      <dgm:spPr/>
    </dgm:pt>
    <dgm:pt modelId="{AD5D8229-7976-44FF-A516-827DF7DB0384}" type="pres">
      <dgm:prSet presAssocID="{3C3BF6B8-7353-4C05-971A-8700E385328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D2D3A51B-E40F-463C-A076-FA1167FEC243}" type="pres">
      <dgm:prSet presAssocID="{3C3BF6B8-7353-4C05-971A-8700E3853289}" presName="spaceRect" presStyleCnt="0"/>
      <dgm:spPr/>
    </dgm:pt>
    <dgm:pt modelId="{CE6BD42A-3985-4089-AE90-63BFFD72C685}" type="pres">
      <dgm:prSet presAssocID="{3C3BF6B8-7353-4C05-971A-8700E3853289}" presName="parTx" presStyleLbl="revTx" presStyleIdx="1" presStyleCnt="4">
        <dgm:presLayoutVars>
          <dgm:chMax val="0"/>
          <dgm:chPref val="0"/>
        </dgm:presLayoutVars>
      </dgm:prSet>
      <dgm:spPr/>
    </dgm:pt>
    <dgm:pt modelId="{9E0A2A0E-3C80-45F5-88D5-D66C6794E8D0}" type="pres">
      <dgm:prSet presAssocID="{F2CEB343-11D1-43B8-8A87-2EA7C72D08C5}" presName="sibTrans" presStyleCnt="0"/>
      <dgm:spPr/>
    </dgm:pt>
    <dgm:pt modelId="{9CEC238B-8CB0-4CCF-9853-DE52395C8A06}" type="pres">
      <dgm:prSet presAssocID="{708D28DF-80A3-49FD-B8DA-D66752B44A9A}" presName="compNode" presStyleCnt="0"/>
      <dgm:spPr/>
    </dgm:pt>
    <dgm:pt modelId="{04C74C92-12AA-4C4F-A746-080F3CEAF269}" type="pres">
      <dgm:prSet presAssocID="{708D28DF-80A3-49FD-B8DA-D66752B44A9A}" presName="bgRect" presStyleLbl="bgShp" presStyleIdx="2" presStyleCnt="4"/>
      <dgm:spPr/>
    </dgm:pt>
    <dgm:pt modelId="{B5DBEB6F-0D93-4D2B-BFBE-782C92FEF8FC}" type="pres">
      <dgm:prSet presAssocID="{708D28DF-80A3-49FD-B8DA-D66752B44A9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D87C3FD-F020-4116-A497-06F98221B19E}" type="pres">
      <dgm:prSet presAssocID="{708D28DF-80A3-49FD-B8DA-D66752B44A9A}" presName="spaceRect" presStyleCnt="0"/>
      <dgm:spPr/>
    </dgm:pt>
    <dgm:pt modelId="{AB6BF260-D24D-4ADF-82DC-EB5C16F0A8E0}" type="pres">
      <dgm:prSet presAssocID="{708D28DF-80A3-49FD-B8DA-D66752B44A9A}" presName="parTx" presStyleLbl="revTx" presStyleIdx="2" presStyleCnt="4">
        <dgm:presLayoutVars>
          <dgm:chMax val="0"/>
          <dgm:chPref val="0"/>
        </dgm:presLayoutVars>
      </dgm:prSet>
      <dgm:spPr/>
    </dgm:pt>
    <dgm:pt modelId="{58C6A513-171D-4460-8C29-266270364E54}" type="pres">
      <dgm:prSet presAssocID="{051E5520-7D91-4FC9-8BFB-C05040018200}" presName="sibTrans" presStyleCnt="0"/>
      <dgm:spPr/>
    </dgm:pt>
    <dgm:pt modelId="{3659BF79-DC8B-488F-96B1-AC4C1FADBA7D}" type="pres">
      <dgm:prSet presAssocID="{99AFA257-9D70-48F6-AF48-1D291DB9CF0F}" presName="compNode" presStyleCnt="0"/>
      <dgm:spPr/>
    </dgm:pt>
    <dgm:pt modelId="{348C0C6E-0A78-4D41-9E2E-0D9F26FCF4FD}" type="pres">
      <dgm:prSet presAssocID="{99AFA257-9D70-48F6-AF48-1D291DB9CF0F}" presName="bgRect" presStyleLbl="bgShp" presStyleIdx="3" presStyleCnt="4"/>
      <dgm:spPr/>
    </dgm:pt>
    <dgm:pt modelId="{F7A5F2A5-06F9-4E2E-B946-13F13876F44D}" type="pres">
      <dgm:prSet presAssocID="{99AFA257-9D70-48F6-AF48-1D291DB9CF0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A92BE1A-763D-45C5-9691-F9257371C134}" type="pres">
      <dgm:prSet presAssocID="{99AFA257-9D70-48F6-AF48-1D291DB9CF0F}" presName="spaceRect" presStyleCnt="0"/>
      <dgm:spPr/>
    </dgm:pt>
    <dgm:pt modelId="{0745CB8E-DD43-4A57-863C-E066122845C5}" type="pres">
      <dgm:prSet presAssocID="{99AFA257-9D70-48F6-AF48-1D291DB9CF0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245A61C-5F2B-4CE3-AEC0-14C9EE1F06DA}" srcId="{C94A228C-CEEF-476F-AF6E-6B0A3D11D78D}" destId="{BB8DD6D0-C336-4F5E-AC80-D8735943E816}" srcOrd="0" destOrd="0" parTransId="{A028BAFF-CA88-4F62-B7E3-91395CD4024A}" sibTransId="{2A86E220-BCC4-450F-B56F-A7AED1C0BE76}"/>
    <dgm:cxn modelId="{0C29B747-64FB-48BE-B174-1C222ACA2835}" type="presOf" srcId="{BB8DD6D0-C336-4F5E-AC80-D8735943E816}" destId="{9873797D-B5C7-492A-A5E0-88E57DFEE312}" srcOrd="0" destOrd="0" presId="urn:microsoft.com/office/officeart/2018/2/layout/IconVerticalSolidList"/>
    <dgm:cxn modelId="{6773CD72-9FD1-4423-8413-5E729A547971}" type="presOf" srcId="{3C3BF6B8-7353-4C05-971A-8700E3853289}" destId="{CE6BD42A-3985-4089-AE90-63BFFD72C685}" srcOrd="0" destOrd="0" presId="urn:microsoft.com/office/officeart/2018/2/layout/IconVerticalSolidList"/>
    <dgm:cxn modelId="{5177DB8D-78D6-4969-85EE-F0699F0110D3}" type="presOf" srcId="{708D28DF-80A3-49FD-B8DA-D66752B44A9A}" destId="{AB6BF260-D24D-4ADF-82DC-EB5C16F0A8E0}" srcOrd="0" destOrd="0" presId="urn:microsoft.com/office/officeart/2018/2/layout/IconVerticalSolidList"/>
    <dgm:cxn modelId="{207FEF95-DAE2-4CD0-B109-839DE67B337E}" type="presOf" srcId="{C94A228C-CEEF-476F-AF6E-6B0A3D11D78D}" destId="{761AED20-0E8C-481B-9A46-5CAE55185C08}" srcOrd="0" destOrd="0" presId="urn:microsoft.com/office/officeart/2018/2/layout/IconVerticalSolidList"/>
    <dgm:cxn modelId="{D6A207B3-D608-4F6C-B885-1EB76C6D3072}" srcId="{C94A228C-CEEF-476F-AF6E-6B0A3D11D78D}" destId="{708D28DF-80A3-49FD-B8DA-D66752B44A9A}" srcOrd="2" destOrd="0" parTransId="{994B19CB-BF8D-496F-B840-79DFF3BE607C}" sibTransId="{051E5520-7D91-4FC9-8BFB-C05040018200}"/>
    <dgm:cxn modelId="{178808B8-0280-41A4-98F4-7982586B9421}" srcId="{C94A228C-CEEF-476F-AF6E-6B0A3D11D78D}" destId="{99AFA257-9D70-48F6-AF48-1D291DB9CF0F}" srcOrd="3" destOrd="0" parTransId="{753EEADF-8E0F-4959-B4E1-1A90EB32F521}" sibTransId="{94E32ED4-D56A-45FC-823B-CD21249B5924}"/>
    <dgm:cxn modelId="{357B4FC5-86FC-434B-A77A-387AC031BF36}" type="presOf" srcId="{99AFA257-9D70-48F6-AF48-1D291DB9CF0F}" destId="{0745CB8E-DD43-4A57-863C-E066122845C5}" srcOrd="0" destOrd="0" presId="urn:microsoft.com/office/officeart/2018/2/layout/IconVerticalSolidList"/>
    <dgm:cxn modelId="{6A8E64CC-7800-4CC9-B6E9-6F402252D555}" srcId="{C94A228C-CEEF-476F-AF6E-6B0A3D11D78D}" destId="{3C3BF6B8-7353-4C05-971A-8700E3853289}" srcOrd="1" destOrd="0" parTransId="{284180D5-40C4-4EB9-8B27-1A268AB1A839}" sibTransId="{F2CEB343-11D1-43B8-8A87-2EA7C72D08C5}"/>
    <dgm:cxn modelId="{EA9EB61B-8961-4943-BB97-98E72F967CEF}" type="presParOf" srcId="{761AED20-0E8C-481B-9A46-5CAE55185C08}" destId="{70A4571A-4CDB-483B-AE1A-BFEF3EA5606C}" srcOrd="0" destOrd="0" presId="urn:microsoft.com/office/officeart/2018/2/layout/IconVerticalSolidList"/>
    <dgm:cxn modelId="{839D2A0D-D6B0-47C4-BB29-3FC9DF8B3A18}" type="presParOf" srcId="{70A4571A-4CDB-483B-AE1A-BFEF3EA5606C}" destId="{5B0CCEDA-D86A-4CAC-BAAE-BB5356DFB47A}" srcOrd="0" destOrd="0" presId="urn:microsoft.com/office/officeart/2018/2/layout/IconVerticalSolidList"/>
    <dgm:cxn modelId="{F5B0703B-FAE0-4FA8-8820-C11C57D1EE2A}" type="presParOf" srcId="{70A4571A-4CDB-483B-AE1A-BFEF3EA5606C}" destId="{8737290F-4778-47A6-A802-85E5E1DFB43B}" srcOrd="1" destOrd="0" presId="urn:microsoft.com/office/officeart/2018/2/layout/IconVerticalSolidList"/>
    <dgm:cxn modelId="{0AFD83F8-9507-43C8-A471-B438531BAC57}" type="presParOf" srcId="{70A4571A-4CDB-483B-AE1A-BFEF3EA5606C}" destId="{79DCD030-2327-4FBE-B574-E82E0B0FC9E0}" srcOrd="2" destOrd="0" presId="urn:microsoft.com/office/officeart/2018/2/layout/IconVerticalSolidList"/>
    <dgm:cxn modelId="{0591E33E-7975-4B7E-8E86-2C400E2D7E12}" type="presParOf" srcId="{70A4571A-4CDB-483B-AE1A-BFEF3EA5606C}" destId="{9873797D-B5C7-492A-A5E0-88E57DFEE312}" srcOrd="3" destOrd="0" presId="urn:microsoft.com/office/officeart/2018/2/layout/IconVerticalSolidList"/>
    <dgm:cxn modelId="{960EADA9-A6D4-4133-ACFD-6F0E85D26BF8}" type="presParOf" srcId="{761AED20-0E8C-481B-9A46-5CAE55185C08}" destId="{17F93AE7-EE9E-4843-BF05-497A902535D4}" srcOrd="1" destOrd="0" presId="urn:microsoft.com/office/officeart/2018/2/layout/IconVerticalSolidList"/>
    <dgm:cxn modelId="{F57AB430-B95E-4A6A-ACDC-E917DCFE30A1}" type="presParOf" srcId="{761AED20-0E8C-481B-9A46-5CAE55185C08}" destId="{E73ECC48-9E0A-40FC-80E0-B0A586945F22}" srcOrd="2" destOrd="0" presId="urn:microsoft.com/office/officeart/2018/2/layout/IconVerticalSolidList"/>
    <dgm:cxn modelId="{733C9BB2-FD60-458B-8074-1401083AAD49}" type="presParOf" srcId="{E73ECC48-9E0A-40FC-80E0-B0A586945F22}" destId="{723A9116-6E55-46C7-8730-86FF56AB13D8}" srcOrd="0" destOrd="0" presId="urn:microsoft.com/office/officeart/2018/2/layout/IconVerticalSolidList"/>
    <dgm:cxn modelId="{180EDDEA-64D9-499F-8F65-2550E0723FB2}" type="presParOf" srcId="{E73ECC48-9E0A-40FC-80E0-B0A586945F22}" destId="{AD5D8229-7976-44FF-A516-827DF7DB0384}" srcOrd="1" destOrd="0" presId="urn:microsoft.com/office/officeart/2018/2/layout/IconVerticalSolidList"/>
    <dgm:cxn modelId="{A01F879C-8B82-418C-A6F4-E3952629B9B8}" type="presParOf" srcId="{E73ECC48-9E0A-40FC-80E0-B0A586945F22}" destId="{D2D3A51B-E40F-463C-A076-FA1167FEC243}" srcOrd="2" destOrd="0" presId="urn:microsoft.com/office/officeart/2018/2/layout/IconVerticalSolidList"/>
    <dgm:cxn modelId="{62BCD368-0D52-4D6C-AA9C-45008976644F}" type="presParOf" srcId="{E73ECC48-9E0A-40FC-80E0-B0A586945F22}" destId="{CE6BD42A-3985-4089-AE90-63BFFD72C685}" srcOrd="3" destOrd="0" presId="urn:microsoft.com/office/officeart/2018/2/layout/IconVerticalSolidList"/>
    <dgm:cxn modelId="{27FF7FFD-D28D-48EF-9AAD-A2FFB08A6BE9}" type="presParOf" srcId="{761AED20-0E8C-481B-9A46-5CAE55185C08}" destId="{9E0A2A0E-3C80-45F5-88D5-D66C6794E8D0}" srcOrd="3" destOrd="0" presId="urn:microsoft.com/office/officeart/2018/2/layout/IconVerticalSolidList"/>
    <dgm:cxn modelId="{5879EC71-C36E-468E-A15D-2B411D914EB6}" type="presParOf" srcId="{761AED20-0E8C-481B-9A46-5CAE55185C08}" destId="{9CEC238B-8CB0-4CCF-9853-DE52395C8A06}" srcOrd="4" destOrd="0" presId="urn:microsoft.com/office/officeart/2018/2/layout/IconVerticalSolidList"/>
    <dgm:cxn modelId="{09F603E4-6494-41DB-BC74-207F98F4EF28}" type="presParOf" srcId="{9CEC238B-8CB0-4CCF-9853-DE52395C8A06}" destId="{04C74C92-12AA-4C4F-A746-080F3CEAF269}" srcOrd="0" destOrd="0" presId="urn:microsoft.com/office/officeart/2018/2/layout/IconVerticalSolidList"/>
    <dgm:cxn modelId="{1C026B0E-5709-44F2-958F-4799AFB973D1}" type="presParOf" srcId="{9CEC238B-8CB0-4CCF-9853-DE52395C8A06}" destId="{B5DBEB6F-0D93-4D2B-BFBE-782C92FEF8FC}" srcOrd="1" destOrd="0" presId="urn:microsoft.com/office/officeart/2018/2/layout/IconVerticalSolidList"/>
    <dgm:cxn modelId="{53F5978E-D36E-42CA-9B87-86C13B2E91EF}" type="presParOf" srcId="{9CEC238B-8CB0-4CCF-9853-DE52395C8A06}" destId="{9D87C3FD-F020-4116-A497-06F98221B19E}" srcOrd="2" destOrd="0" presId="urn:microsoft.com/office/officeart/2018/2/layout/IconVerticalSolidList"/>
    <dgm:cxn modelId="{F3278B94-8C56-4701-8889-B147A58FCE15}" type="presParOf" srcId="{9CEC238B-8CB0-4CCF-9853-DE52395C8A06}" destId="{AB6BF260-D24D-4ADF-82DC-EB5C16F0A8E0}" srcOrd="3" destOrd="0" presId="urn:microsoft.com/office/officeart/2018/2/layout/IconVerticalSolidList"/>
    <dgm:cxn modelId="{C3173E91-5032-44D9-897B-DC5FE00E2FAF}" type="presParOf" srcId="{761AED20-0E8C-481B-9A46-5CAE55185C08}" destId="{58C6A513-171D-4460-8C29-266270364E54}" srcOrd="5" destOrd="0" presId="urn:microsoft.com/office/officeart/2018/2/layout/IconVerticalSolidList"/>
    <dgm:cxn modelId="{BF224F8F-490D-4879-9A35-107BB387312F}" type="presParOf" srcId="{761AED20-0E8C-481B-9A46-5CAE55185C08}" destId="{3659BF79-DC8B-488F-96B1-AC4C1FADBA7D}" srcOrd="6" destOrd="0" presId="urn:microsoft.com/office/officeart/2018/2/layout/IconVerticalSolidList"/>
    <dgm:cxn modelId="{2AB10447-BA0F-422E-BE0B-2E84EC9FD266}" type="presParOf" srcId="{3659BF79-DC8B-488F-96B1-AC4C1FADBA7D}" destId="{348C0C6E-0A78-4D41-9E2E-0D9F26FCF4FD}" srcOrd="0" destOrd="0" presId="urn:microsoft.com/office/officeart/2018/2/layout/IconVerticalSolidList"/>
    <dgm:cxn modelId="{1BCCBAC4-D62B-4BC0-97A5-E071011A6CC3}" type="presParOf" srcId="{3659BF79-DC8B-488F-96B1-AC4C1FADBA7D}" destId="{F7A5F2A5-06F9-4E2E-B946-13F13876F44D}" srcOrd="1" destOrd="0" presId="urn:microsoft.com/office/officeart/2018/2/layout/IconVerticalSolidList"/>
    <dgm:cxn modelId="{C5AF723F-2DF5-4E2F-AFED-165615ADC5F7}" type="presParOf" srcId="{3659BF79-DC8B-488F-96B1-AC4C1FADBA7D}" destId="{0A92BE1A-763D-45C5-9691-F9257371C134}" srcOrd="2" destOrd="0" presId="urn:microsoft.com/office/officeart/2018/2/layout/IconVerticalSolidList"/>
    <dgm:cxn modelId="{B9A1F151-719B-40A3-A37D-C510EC42E274}" type="presParOf" srcId="{3659BF79-DC8B-488F-96B1-AC4C1FADBA7D}" destId="{0745CB8E-DD43-4A57-863C-E066122845C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A5EB5D-807E-473A-83BF-820019193B4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CE9E855-3E45-4ED1-A4B8-07BD590AF4B4}">
      <dgm:prSet/>
      <dgm:spPr/>
      <dgm:t>
        <a:bodyPr/>
        <a:lstStyle/>
        <a:p>
          <a:r>
            <a:rPr lang="en-US" i="0" baseline="0"/>
            <a:t>1.We’re building a SQL based analytics system to study and improve delivery performance.</a:t>
          </a:r>
          <a:endParaRPr lang="en-US"/>
        </a:p>
      </dgm:t>
    </dgm:pt>
    <dgm:pt modelId="{A05C36FB-D6C2-4166-8A1B-CEB31A9B8480}" type="parTrans" cxnId="{399C8D83-EDDC-4FAB-85B2-B0EB976BE93D}">
      <dgm:prSet/>
      <dgm:spPr/>
      <dgm:t>
        <a:bodyPr/>
        <a:lstStyle/>
        <a:p>
          <a:endParaRPr lang="en-US"/>
        </a:p>
      </dgm:t>
    </dgm:pt>
    <dgm:pt modelId="{910FE289-E7B2-48FB-A013-E8E961CC21D6}" type="sibTrans" cxnId="{399C8D83-EDDC-4FAB-85B2-B0EB976BE93D}">
      <dgm:prSet/>
      <dgm:spPr/>
      <dgm:t>
        <a:bodyPr/>
        <a:lstStyle/>
        <a:p>
          <a:endParaRPr lang="en-US"/>
        </a:p>
      </dgm:t>
    </dgm:pt>
    <dgm:pt modelId="{200DCB1C-5C0F-42E6-A8FA-BBC44BFF6E41}">
      <dgm:prSet/>
      <dgm:spPr/>
      <dgm:t>
        <a:bodyPr/>
        <a:lstStyle/>
        <a:p>
          <a:r>
            <a:rPr lang="en-US" i="0" baseline="0"/>
            <a:t>2.The idea is to use SQL queries to find out what’s actually causing delivery delays and how routes can be made more efficient.</a:t>
          </a:r>
          <a:endParaRPr lang="en-US"/>
        </a:p>
      </dgm:t>
    </dgm:pt>
    <dgm:pt modelId="{B4441B50-10C3-4F40-88CC-18117BDFAFD6}" type="parTrans" cxnId="{5BD29CAC-31F9-40E1-B023-144E81283B43}">
      <dgm:prSet/>
      <dgm:spPr/>
      <dgm:t>
        <a:bodyPr/>
        <a:lstStyle/>
        <a:p>
          <a:endParaRPr lang="en-US"/>
        </a:p>
      </dgm:t>
    </dgm:pt>
    <dgm:pt modelId="{45E90FBC-83FF-4A63-B606-C823D8AB905B}" type="sibTrans" cxnId="{5BD29CAC-31F9-40E1-B023-144E81283B43}">
      <dgm:prSet/>
      <dgm:spPr/>
      <dgm:t>
        <a:bodyPr/>
        <a:lstStyle/>
        <a:p>
          <a:endParaRPr lang="en-US"/>
        </a:p>
      </dgm:t>
    </dgm:pt>
    <dgm:pt modelId="{80DC21C6-C91D-41EF-868F-A134BC59BCC4}">
      <dgm:prSet/>
      <dgm:spPr/>
      <dgm:t>
        <a:bodyPr/>
        <a:lstStyle/>
        <a:p>
          <a:r>
            <a:rPr lang="en-US" i="0" baseline="0"/>
            <a:t>3.We’ll also look at ways to improve shipment handling and delivery agent performance.</a:t>
          </a:r>
          <a:endParaRPr lang="en-US"/>
        </a:p>
      </dgm:t>
    </dgm:pt>
    <dgm:pt modelId="{9750C195-718A-45BD-8A1C-27440DBC76F0}" type="parTrans" cxnId="{68F8140D-599C-43C8-9041-6432983F14D5}">
      <dgm:prSet/>
      <dgm:spPr/>
      <dgm:t>
        <a:bodyPr/>
        <a:lstStyle/>
        <a:p>
          <a:endParaRPr lang="en-US"/>
        </a:p>
      </dgm:t>
    </dgm:pt>
    <dgm:pt modelId="{1858DCD2-C024-47CD-BE6A-05ADAA6071AB}" type="sibTrans" cxnId="{68F8140D-599C-43C8-9041-6432983F14D5}">
      <dgm:prSet/>
      <dgm:spPr/>
      <dgm:t>
        <a:bodyPr/>
        <a:lstStyle/>
        <a:p>
          <a:endParaRPr lang="en-US"/>
        </a:p>
      </dgm:t>
    </dgm:pt>
    <dgm:pt modelId="{83C2EE8C-04D1-43D3-B9C6-850370CBA4B0}">
      <dgm:prSet/>
      <dgm:spPr/>
      <dgm:t>
        <a:bodyPr/>
        <a:lstStyle/>
        <a:p>
          <a:r>
            <a:rPr lang="en-US" i="0" baseline="0"/>
            <a:t>4.In the end, the goal is to come up with practical, data backed recommendations to make deliveries faster and smoother.</a:t>
          </a:r>
          <a:endParaRPr lang="en-US"/>
        </a:p>
      </dgm:t>
    </dgm:pt>
    <dgm:pt modelId="{09B5C5B4-C24F-4C38-8762-A9E258BB8715}" type="parTrans" cxnId="{5B7B1C92-0CA0-4C4B-A512-4010A3D023E4}">
      <dgm:prSet/>
      <dgm:spPr/>
      <dgm:t>
        <a:bodyPr/>
        <a:lstStyle/>
        <a:p>
          <a:endParaRPr lang="en-US"/>
        </a:p>
      </dgm:t>
    </dgm:pt>
    <dgm:pt modelId="{0936DBD3-D817-4A54-B575-3F84DC6D7C12}" type="sibTrans" cxnId="{5B7B1C92-0CA0-4C4B-A512-4010A3D023E4}">
      <dgm:prSet/>
      <dgm:spPr/>
      <dgm:t>
        <a:bodyPr/>
        <a:lstStyle/>
        <a:p>
          <a:endParaRPr lang="en-US"/>
        </a:p>
      </dgm:t>
    </dgm:pt>
    <dgm:pt modelId="{B19357D2-37F7-4593-A1A9-CEB6F0DBD246}" type="pres">
      <dgm:prSet presAssocID="{65A5EB5D-807E-473A-83BF-820019193B4D}" presName="root" presStyleCnt="0">
        <dgm:presLayoutVars>
          <dgm:dir/>
          <dgm:resizeHandles val="exact"/>
        </dgm:presLayoutVars>
      </dgm:prSet>
      <dgm:spPr/>
    </dgm:pt>
    <dgm:pt modelId="{D339D652-E4BE-4968-AB3B-501CBA30D237}" type="pres">
      <dgm:prSet presAssocID="{CCE9E855-3E45-4ED1-A4B8-07BD590AF4B4}" presName="compNode" presStyleCnt="0"/>
      <dgm:spPr/>
    </dgm:pt>
    <dgm:pt modelId="{8343F853-989F-4693-A4E2-A4DCEBECE85B}" type="pres">
      <dgm:prSet presAssocID="{CCE9E855-3E45-4ED1-A4B8-07BD590AF4B4}" presName="bgRect" presStyleLbl="bgShp" presStyleIdx="0" presStyleCnt="4"/>
      <dgm:spPr/>
    </dgm:pt>
    <dgm:pt modelId="{648009DE-142F-4F67-AFCB-E22A4E59C4CB}" type="pres">
      <dgm:prSet presAssocID="{CCE9E855-3E45-4ED1-A4B8-07BD590AF4B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24596F2-AE64-45E9-90AA-FDD75A67CCBF}" type="pres">
      <dgm:prSet presAssocID="{CCE9E855-3E45-4ED1-A4B8-07BD590AF4B4}" presName="spaceRect" presStyleCnt="0"/>
      <dgm:spPr/>
    </dgm:pt>
    <dgm:pt modelId="{87CB1D91-CF24-4E64-8BD4-2E0DD908B6F5}" type="pres">
      <dgm:prSet presAssocID="{CCE9E855-3E45-4ED1-A4B8-07BD590AF4B4}" presName="parTx" presStyleLbl="revTx" presStyleIdx="0" presStyleCnt="4">
        <dgm:presLayoutVars>
          <dgm:chMax val="0"/>
          <dgm:chPref val="0"/>
        </dgm:presLayoutVars>
      </dgm:prSet>
      <dgm:spPr/>
    </dgm:pt>
    <dgm:pt modelId="{C7106DBF-2F86-47E2-AF3C-F6008E2E6752}" type="pres">
      <dgm:prSet presAssocID="{910FE289-E7B2-48FB-A013-E8E961CC21D6}" presName="sibTrans" presStyleCnt="0"/>
      <dgm:spPr/>
    </dgm:pt>
    <dgm:pt modelId="{889CD32D-3BE7-472A-AA07-B6EF263D9003}" type="pres">
      <dgm:prSet presAssocID="{200DCB1C-5C0F-42E6-A8FA-BBC44BFF6E41}" presName="compNode" presStyleCnt="0"/>
      <dgm:spPr/>
    </dgm:pt>
    <dgm:pt modelId="{8C160D06-F6D2-4A70-AABA-3137FA6C51B5}" type="pres">
      <dgm:prSet presAssocID="{200DCB1C-5C0F-42E6-A8FA-BBC44BFF6E41}" presName="bgRect" presStyleLbl="bgShp" presStyleIdx="1" presStyleCnt="4"/>
      <dgm:spPr/>
    </dgm:pt>
    <dgm:pt modelId="{D9FA1A37-904B-4686-89BA-6CB8FA096AE3}" type="pres">
      <dgm:prSet presAssocID="{200DCB1C-5C0F-42E6-A8FA-BBC44BFF6E4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6CE001FC-6C5A-4F0D-AA64-5BC5AF9FEC86}" type="pres">
      <dgm:prSet presAssocID="{200DCB1C-5C0F-42E6-A8FA-BBC44BFF6E41}" presName="spaceRect" presStyleCnt="0"/>
      <dgm:spPr/>
    </dgm:pt>
    <dgm:pt modelId="{A8971619-69AE-473C-8407-53ADFEE0F73E}" type="pres">
      <dgm:prSet presAssocID="{200DCB1C-5C0F-42E6-A8FA-BBC44BFF6E41}" presName="parTx" presStyleLbl="revTx" presStyleIdx="1" presStyleCnt="4">
        <dgm:presLayoutVars>
          <dgm:chMax val="0"/>
          <dgm:chPref val="0"/>
        </dgm:presLayoutVars>
      </dgm:prSet>
      <dgm:spPr/>
    </dgm:pt>
    <dgm:pt modelId="{DD55E33D-BBE9-485F-B047-4D161820F609}" type="pres">
      <dgm:prSet presAssocID="{45E90FBC-83FF-4A63-B606-C823D8AB905B}" presName="sibTrans" presStyleCnt="0"/>
      <dgm:spPr/>
    </dgm:pt>
    <dgm:pt modelId="{E53683F3-BE64-46AB-BC03-4E7AA4476D22}" type="pres">
      <dgm:prSet presAssocID="{80DC21C6-C91D-41EF-868F-A134BC59BCC4}" presName="compNode" presStyleCnt="0"/>
      <dgm:spPr/>
    </dgm:pt>
    <dgm:pt modelId="{BD6A6156-0567-451E-97DF-EC752D9176D9}" type="pres">
      <dgm:prSet presAssocID="{80DC21C6-C91D-41EF-868F-A134BC59BCC4}" presName="bgRect" presStyleLbl="bgShp" presStyleIdx="2" presStyleCnt="4"/>
      <dgm:spPr/>
    </dgm:pt>
    <dgm:pt modelId="{7465B8A1-4150-491C-AAC4-9F9809704FD8}" type="pres">
      <dgm:prSet presAssocID="{80DC21C6-C91D-41EF-868F-A134BC59BCC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752E2E99-8741-4175-B431-FFB0E1A24460}" type="pres">
      <dgm:prSet presAssocID="{80DC21C6-C91D-41EF-868F-A134BC59BCC4}" presName="spaceRect" presStyleCnt="0"/>
      <dgm:spPr/>
    </dgm:pt>
    <dgm:pt modelId="{65C070CC-6AA8-4302-9A92-BC6EA6C56720}" type="pres">
      <dgm:prSet presAssocID="{80DC21C6-C91D-41EF-868F-A134BC59BCC4}" presName="parTx" presStyleLbl="revTx" presStyleIdx="2" presStyleCnt="4">
        <dgm:presLayoutVars>
          <dgm:chMax val="0"/>
          <dgm:chPref val="0"/>
        </dgm:presLayoutVars>
      </dgm:prSet>
      <dgm:spPr/>
    </dgm:pt>
    <dgm:pt modelId="{B6703A43-3B92-4A53-8051-82E5BD52825E}" type="pres">
      <dgm:prSet presAssocID="{1858DCD2-C024-47CD-BE6A-05ADAA6071AB}" presName="sibTrans" presStyleCnt="0"/>
      <dgm:spPr/>
    </dgm:pt>
    <dgm:pt modelId="{5857B298-9ED5-4963-ADF8-0859C155D46C}" type="pres">
      <dgm:prSet presAssocID="{83C2EE8C-04D1-43D3-B9C6-850370CBA4B0}" presName="compNode" presStyleCnt="0"/>
      <dgm:spPr/>
    </dgm:pt>
    <dgm:pt modelId="{74951AE2-7936-4908-81CE-014BE15AAE82}" type="pres">
      <dgm:prSet presAssocID="{83C2EE8C-04D1-43D3-B9C6-850370CBA4B0}" presName="bgRect" presStyleLbl="bgShp" presStyleIdx="3" presStyleCnt="4"/>
      <dgm:spPr/>
    </dgm:pt>
    <dgm:pt modelId="{DAD8B96A-DCDE-4233-B7AE-A220779745A6}" type="pres">
      <dgm:prSet presAssocID="{83C2EE8C-04D1-43D3-B9C6-850370CBA4B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FF62D98D-304C-4998-BF94-3579C3A95676}" type="pres">
      <dgm:prSet presAssocID="{83C2EE8C-04D1-43D3-B9C6-850370CBA4B0}" presName="spaceRect" presStyleCnt="0"/>
      <dgm:spPr/>
    </dgm:pt>
    <dgm:pt modelId="{E3764E39-E839-46BC-9E23-BFAD4F565D24}" type="pres">
      <dgm:prSet presAssocID="{83C2EE8C-04D1-43D3-B9C6-850370CBA4B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8F8140D-599C-43C8-9041-6432983F14D5}" srcId="{65A5EB5D-807E-473A-83BF-820019193B4D}" destId="{80DC21C6-C91D-41EF-868F-A134BC59BCC4}" srcOrd="2" destOrd="0" parTransId="{9750C195-718A-45BD-8A1C-27440DBC76F0}" sibTransId="{1858DCD2-C024-47CD-BE6A-05ADAA6071AB}"/>
    <dgm:cxn modelId="{DFD7E776-3FCD-4D0E-BE5F-793F10880201}" type="presOf" srcId="{83C2EE8C-04D1-43D3-B9C6-850370CBA4B0}" destId="{E3764E39-E839-46BC-9E23-BFAD4F565D24}" srcOrd="0" destOrd="0" presId="urn:microsoft.com/office/officeart/2018/2/layout/IconVerticalSolidList"/>
    <dgm:cxn modelId="{399C8D83-EDDC-4FAB-85B2-B0EB976BE93D}" srcId="{65A5EB5D-807E-473A-83BF-820019193B4D}" destId="{CCE9E855-3E45-4ED1-A4B8-07BD590AF4B4}" srcOrd="0" destOrd="0" parTransId="{A05C36FB-D6C2-4166-8A1B-CEB31A9B8480}" sibTransId="{910FE289-E7B2-48FB-A013-E8E961CC21D6}"/>
    <dgm:cxn modelId="{5B7B1C92-0CA0-4C4B-A512-4010A3D023E4}" srcId="{65A5EB5D-807E-473A-83BF-820019193B4D}" destId="{83C2EE8C-04D1-43D3-B9C6-850370CBA4B0}" srcOrd="3" destOrd="0" parTransId="{09B5C5B4-C24F-4C38-8762-A9E258BB8715}" sibTransId="{0936DBD3-D817-4A54-B575-3F84DC6D7C12}"/>
    <dgm:cxn modelId="{C8A1609F-0926-4F99-9E47-F79EDBB30F7B}" type="presOf" srcId="{80DC21C6-C91D-41EF-868F-A134BC59BCC4}" destId="{65C070CC-6AA8-4302-9A92-BC6EA6C56720}" srcOrd="0" destOrd="0" presId="urn:microsoft.com/office/officeart/2018/2/layout/IconVerticalSolidList"/>
    <dgm:cxn modelId="{319BFAA1-B3A1-4B62-A28B-264F87F77777}" type="presOf" srcId="{200DCB1C-5C0F-42E6-A8FA-BBC44BFF6E41}" destId="{A8971619-69AE-473C-8407-53ADFEE0F73E}" srcOrd="0" destOrd="0" presId="urn:microsoft.com/office/officeart/2018/2/layout/IconVerticalSolidList"/>
    <dgm:cxn modelId="{5BD29CAC-31F9-40E1-B023-144E81283B43}" srcId="{65A5EB5D-807E-473A-83BF-820019193B4D}" destId="{200DCB1C-5C0F-42E6-A8FA-BBC44BFF6E41}" srcOrd="1" destOrd="0" parTransId="{B4441B50-10C3-4F40-88CC-18117BDFAFD6}" sibTransId="{45E90FBC-83FF-4A63-B606-C823D8AB905B}"/>
    <dgm:cxn modelId="{650309BB-C3CA-463B-A9A5-DF72FC471B0E}" type="presOf" srcId="{65A5EB5D-807E-473A-83BF-820019193B4D}" destId="{B19357D2-37F7-4593-A1A9-CEB6F0DBD246}" srcOrd="0" destOrd="0" presId="urn:microsoft.com/office/officeart/2018/2/layout/IconVerticalSolidList"/>
    <dgm:cxn modelId="{1311A2CE-00D8-4436-835F-3E75FC104333}" type="presOf" srcId="{CCE9E855-3E45-4ED1-A4B8-07BD590AF4B4}" destId="{87CB1D91-CF24-4E64-8BD4-2E0DD908B6F5}" srcOrd="0" destOrd="0" presId="urn:microsoft.com/office/officeart/2018/2/layout/IconVerticalSolidList"/>
    <dgm:cxn modelId="{88D07C1D-7209-42C4-A18E-BCF871E667A9}" type="presParOf" srcId="{B19357D2-37F7-4593-A1A9-CEB6F0DBD246}" destId="{D339D652-E4BE-4968-AB3B-501CBA30D237}" srcOrd="0" destOrd="0" presId="urn:microsoft.com/office/officeart/2018/2/layout/IconVerticalSolidList"/>
    <dgm:cxn modelId="{A1F36D55-3FA7-4496-AD59-F3A181EF1980}" type="presParOf" srcId="{D339D652-E4BE-4968-AB3B-501CBA30D237}" destId="{8343F853-989F-4693-A4E2-A4DCEBECE85B}" srcOrd="0" destOrd="0" presId="urn:microsoft.com/office/officeart/2018/2/layout/IconVerticalSolidList"/>
    <dgm:cxn modelId="{7AED437E-FA6C-4072-818B-ABA6D594E1F8}" type="presParOf" srcId="{D339D652-E4BE-4968-AB3B-501CBA30D237}" destId="{648009DE-142F-4F67-AFCB-E22A4E59C4CB}" srcOrd="1" destOrd="0" presId="urn:microsoft.com/office/officeart/2018/2/layout/IconVerticalSolidList"/>
    <dgm:cxn modelId="{280A9ECF-9433-4A74-9DEA-728FC9B6842F}" type="presParOf" srcId="{D339D652-E4BE-4968-AB3B-501CBA30D237}" destId="{824596F2-AE64-45E9-90AA-FDD75A67CCBF}" srcOrd="2" destOrd="0" presId="urn:microsoft.com/office/officeart/2018/2/layout/IconVerticalSolidList"/>
    <dgm:cxn modelId="{8438E58E-90AB-4AEA-B996-57FFFC53348E}" type="presParOf" srcId="{D339D652-E4BE-4968-AB3B-501CBA30D237}" destId="{87CB1D91-CF24-4E64-8BD4-2E0DD908B6F5}" srcOrd="3" destOrd="0" presId="urn:microsoft.com/office/officeart/2018/2/layout/IconVerticalSolidList"/>
    <dgm:cxn modelId="{86BFE3D5-DBE8-45D2-966B-CA6037705B1A}" type="presParOf" srcId="{B19357D2-37F7-4593-A1A9-CEB6F0DBD246}" destId="{C7106DBF-2F86-47E2-AF3C-F6008E2E6752}" srcOrd="1" destOrd="0" presId="urn:microsoft.com/office/officeart/2018/2/layout/IconVerticalSolidList"/>
    <dgm:cxn modelId="{8E80D946-87B2-452A-A14D-FD38667BC92D}" type="presParOf" srcId="{B19357D2-37F7-4593-A1A9-CEB6F0DBD246}" destId="{889CD32D-3BE7-472A-AA07-B6EF263D9003}" srcOrd="2" destOrd="0" presId="urn:microsoft.com/office/officeart/2018/2/layout/IconVerticalSolidList"/>
    <dgm:cxn modelId="{73184219-4670-41DC-9C31-25988CE8F877}" type="presParOf" srcId="{889CD32D-3BE7-472A-AA07-B6EF263D9003}" destId="{8C160D06-F6D2-4A70-AABA-3137FA6C51B5}" srcOrd="0" destOrd="0" presId="urn:microsoft.com/office/officeart/2018/2/layout/IconVerticalSolidList"/>
    <dgm:cxn modelId="{38D125BF-93C7-491C-9C44-8516AC17233A}" type="presParOf" srcId="{889CD32D-3BE7-472A-AA07-B6EF263D9003}" destId="{D9FA1A37-904B-4686-89BA-6CB8FA096AE3}" srcOrd="1" destOrd="0" presId="urn:microsoft.com/office/officeart/2018/2/layout/IconVerticalSolidList"/>
    <dgm:cxn modelId="{B4AF3A99-CF47-4A32-8A36-E2A168D56341}" type="presParOf" srcId="{889CD32D-3BE7-472A-AA07-B6EF263D9003}" destId="{6CE001FC-6C5A-4F0D-AA64-5BC5AF9FEC86}" srcOrd="2" destOrd="0" presId="urn:microsoft.com/office/officeart/2018/2/layout/IconVerticalSolidList"/>
    <dgm:cxn modelId="{BE410B2D-F764-4D05-96B8-79AAD0021D6C}" type="presParOf" srcId="{889CD32D-3BE7-472A-AA07-B6EF263D9003}" destId="{A8971619-69AE-473C-8407-53ADFEE0F73E}" srcOrd="3" destOrd="0" presId="urn:microsoft.com/office/officeart/2018/2/layout/IconVerticalSolidList"/>
    <dgm:cxn modelId="{4AC47484-84E6-4AD3-8B42-1B1ACF54F6A8}" type="presParOf" srcId="{B19357D2-37F7-4593-A1A9-CEB6F0DBD246}" destId="{DD55E33D-BBE9-485F-B047-4D161820F609}" srcOrd="3" destOrd="0" presId="urn:microsoft.com/office/officeart/2018/2/layout/IconVerticalSolidList"/>
    <dgm:cxn modelId="{5A7192E8-BD4E-4E77-97F0-17B6645DFEA8}" type="presParOf" srcId="{B19357D2-37F7-4593-A1A9-CEB6F0DBD246}" destId="{E53683F3-BE64-46AB-BC03-4E7AA4476D22}" srcOrd="4" destOrd="0" presId="urn:microsoft.com/office/officeart/2018/2/layout/IconVerticalSolidList"/>
    <dgm:cxn modelId="{7CEEC2AC-D31C-4EE4-9A93-8DA7FAD38D7C}" type="presParOf" srcId="{E53683F3-BE64-46AB-BC03-4E7AA4476D22}" destId="{BD6A6156-0567-451E-97DF-EC752D9176D9}" srcOrd="0" destOrd="0" presId="urn:microsoft.com/office/officeart/2018/2/layout/IconVerticalSolidList"/>
    <dgm:cxn modelId="{54BB496C-F58D-4B84-9CEA-4B259317AEDF}" type="presParOf" srcId="{E53683F3-BE64-46AB-BC03-4E7AA4476D22}" destId="{7465B8A1-4150-491C-AAC4-9F9809704FD8}" srcOrd="1" destOrd="0" presId="urn:microsoft.com/office/officeart/2018/2/layout/IconVerticalSolidList"/>
    <dgm:cxn modelId="{868572B5-355F-4E40-8974-3EB7082FB658}" type="presParOf" srcId="{E53683F3-BE64-46AB-BC03-4E7AA4476D22}" destId="{752E2E99-8741-4175-B431-FFB0E1A24460}" srcOrd="2" destOrd="0" presId="urn:microsoft.com/office/officeart/2018/2/layout/IconVerticalSolidList"/>
    <dgm:cxn modelId="{452F9AF0-4413-4285-B91D-7F01F20F63A0}" type="presParOf" srcId="{E53683F3-BE64-46AB-BC03-4E7AA4476D22}" destId="{65C070CC-6AA8-4302-9A92-BC6EA6C56720}" srcOrd="3" destOrd="0" presId="urn:microsoft.com/office/officeart/2018/2/layout/IconVerticalSolidList"/>
    <dgm:cxn modelId="{D0E6C5E4-C0A6-46A8-A8E9-64C62F60BE51}" type="presParOf" srcId="{B19357D2-37F7-4593-A1A9-CEB6F0DBD246}" destId="{B6703A43-3B92-4A53-8051-82E5BD52825E}" srcOrd="5" destOrd="0" presId="urn:microsoft.com/office/officeart/2018/2/layout/IconVerticalSolidList"/>
    <dgm:cxn modelId="{4FF1027B-5C05-422E-A276-CB469FEF2174}" type="presParOf" srcId="{B19357D2-37F7-4593-A1A9-CEB6F0DBD246}" destId="{5857B298-9ED5-4963-ADF8-0859C155D46C}" srcOrd="6" destOrd="0" presId="urn:microsoft.com/office/officeart/2018/2/layout/IconVerticalSolidList"/>
    <dgm:cxn modelId="{E1693BC1-AB26-470B-B6F0-B948A951509E}" type="presParOf" srcId="{5857B298-9ED5-4963-ADF8-0859C155D46C}" destId="{74951AE2-7936-4908-81CE-014BE15AAE82}" srcOrd="0" destOrd="0" presId="urn:microsoft.com/office/officeart/2018/2/layout/IconVerticalSolidList"/>
    <dgm:cxn modelId="{C6B44C9A-5B85-499F-B7D7-B6766728E042}" type="presParOf" srcId="{5857B298-9ED5-4963-ADF8-0859C155D46C}" destId="{DAD8B96A-DCDE-4233-B7AE-A220779745A6}" srcOrd="1" destOrd="0" presId="urn:microsoft.com/office/officeart/2018/2/layout/IconVerticalSolidList"/>
    <dgm:cxn modelId="{C4EDB4B2-15B3-45FA-BDB0-1DAA2EFAFC86}" type="presParOf" srcId="{5857B298-9ED5-4963-ADF8-0859C155D46C}" destId="{FF62D98D-304C-4998-BF94-3579C3A95676}" srcOrd="2" destOrd="0" presId="urn:microsoft.com/office/officeart/2018/2/layout/IconVerticalSolidList"/>
    <dgm:cxn modelId="{0D2FC744-C64D-4482-AB40-5DAAC3A9CAB2}" type="presParOf" srcId="{5857B298-9ED5-4963-ADF8-0859C155D46C}" destId="{E3764E39-E839-46BC-9E23-BFAD4F565D2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419BFE-863F-4032-ADAF-7135207370DB}" type="doc">
      <dgm:prSet loTypeId="urn:microsoft.com/office/officeart/2016/7/layout/LinearBlockProcessNumbered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6E10BBE-FAD1-48EC-BAA2-A29A0D98E66F}">
      <dgm:prSet/>
      <dgm:spPr/>
      <dgm:t>
        <a:bodyPr/>
        <a:lstStyle/>
        <a:p>
          <a:r>
            <a:rPr lang="en-US" b="1"/>
            <a:t>Task 1.1 Identify and delete duplicate Order ID records</a:t>
          </a:r>
          <a:endParaRPr lang="en-US"/>
        </a:p>
      </dgm:t>
    </dgm:pt>
    <dgm:pt modelId="{1E8D77A8-4C3E-4383-A840-6021F8CE64C4}" type="parTrans" cxnId="{A12513FD-8A3C-4B1A-84B7-8F485F578E33}">
      <dgm:prSet/>
      <dgm:spPr/>
      <dgm:t>
        <a:bodyPr/>
        <a:lstStyle/>
        <a:p>
          <a:endParaRPr lang="en-US"/>
        </a:p>
      </dgm:t>
    </dgm:pt>
    <dgm:pt modelId="{E2EB4BA2-58A6-4755-BDAA-BFF6FCC36C05}" type="sibTrans" cxnId="{A12513FD-8A3C-4B1A-84B7-8F485F578E33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A4FA4776-6ABB-4883-AAD8-54C66187A5B2}">
      <dgm:prSet/>
      <dgm:spPr/>
      <dgm:t>
        <a:bodyPr/>
        <a:lstStyle/>
        <a:p>
          <a:r>
            <a:rPr lang="en-US"/>
            <a:t>1.We first checked the dataset for any duplicate Order IDs, since duplicates could affect the accuracy of our analysis.</a:t>
          </a:r>
        </a:p>
      </dgm:t>
    </dgm:pt>
    <dgm:pt modelId="{B8D49176-A803-48A8-AD00-B1AE6F1B0BC1}" type="parTrans" cxnId="{5C243A01-9B5B-443D-B200-B71FF21D6BC8}">
      <dgm:prSet/>
      <dgm:spPr/>
      <dgm:t>
        <a:bodyPr/>
        <a:lstStyle/>
        <a:p>
          <a:endParaRPr lang="en-US"/>
        </a:p>
      </dgm:t>
    </dgm:pt>
    <dgm:pt modelId="{45FF1DB9-55A5-4256-8D90-8CB9DBC840F2}" type="sibTrans" cxnId="{5C243A01-9B5B-443D-B200-B71FF21D6BC8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EE68326D-37BE-4392-A07D-45F0CDABE481}">
      <dgm:prSet/>
      <dgm:spPr/>
      <dgm:t>
        <a:bodyPr/>
        <a:lstStyle/>
        <a:p>
          <a:r>
            <a:rPr lang="en-US"/>
            <a:t>2.Using a SQL query, we identified and kept only one unique record for each order to ensure clean and reliable data.</a:t>
          </a:r>
        </a:p>
      </dgm:t>
    </dgm:pt>
    <dgm:pt modelId="{433CDC2D-AF20-4863-A9C7-EEF791552BB9}" type="parTrans" cxnId="{AB2B7861-46DF-4083-B548-0172E1D7E3B7}">
      <dgm:prSet/>
      <dgm:spPr/>
      <dgm:t>
        <a:bodyPr/>
        <a:lstStyle/>
        <a:p>
          <a:endParaRPr lang="en-US"/>
        </a:p>
      </dgm:t>
    </dgm:pt>
    <dgm:pt modelId="{69CEEB9D-14B6-4598-8D93-A023DD230EB5}" type="sibTrans" cxnId="{AB2B7861-46DF-4083-B548-0172E1D7E3B7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2F5C59DD-E7A1-440D-9FEC-6761F0579D25}">
      <dgm:prSet/>
      <dgm:spPr/>
      <dgm:t>
        <a:bodyPr/>
        <a:lstStyle/>
        <a:p>
          <a:r>
            <a:rPr lang="en-US" b="1"/>
            <a:t>Result</a:t>
          </a:r>
          <a:r>
            <a:rPr lang="en-US"/>
            <a:t> : All duplicate orders were successfully removed.</a:t>
          </a:r>
        </a:p>
      </dgm:t>
    </dgm:pt>
    <dgm:pt modelId="{0D1CEDC4-CB12-429B-B7F2-A69C2AA015F2}" type="parTrans" cxnId="{13116B65-0BA3-462B-9C03-AD89329AFDD6}">
      <dgm:prSet/>
      <dgm:spPr/>
      <dgm:t>
        <a:bodyPr/>
        <a:lstStyle/>
        <a:p>
          <a:endParaRPr lang="en-US"/>
        </a:p>
      </dgm:t>
    </dgm:pt>
    <dgm:pt modelId="{8011E7E4-8B13-424F-B081-5A83C032AEBF}" type="sibTrans" cxnId="{13116B65-0BA3-462B-9C03-AD89329AFDD6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31938FA4-BD44-4999-AA5D-0867490BC7F9}" type="pres">
      <dgm:prSet presAssocID="{0C419BFE-863F-4032-ADAF-7135207370DB}" presName="Name0" presStyleCnt="0">
        <dgm:presLayoutVars>
          <dgm:animLvl val="lvl"/>
          <dgm:resizeHandles val="exact"/>
        </dgm:presLayoutVars>
      </dgm:prSet>
      <dgm:spPr/>
    </dgm:pt>
    <dgm:pt modelId="{7CF45F07-910C-4387-9EBD-4E357A30DC82}" type="pres">
      <dgm:prSet presAssocID="{26E10BBE-FAD1-48EC-BAA2-A29A0D98E66F}" presName="compositeNode" presStyleCnt="0">
        <dgm:presLayoutVars>
          <dgm:bulletEnabled val="1"/>
        </dgm:presLayoutVars>
      </dgm:prSet>
      <dgm:spPr/>
    </dgm:pt>
    <dgm:pt modelId="{DEE92C31-5562-41D6-A708-11ED2E7F0169}" type="pres">
      <dgm:prSet presAssocID="{26E10BBE-FAD1-48EC-BAA2-A29A0D98E66F}" presName="bgRect" presStyleLbl="alignNode1" presStyleIdx="0" presStyleCnt="4"/>
      <dgm:spPr/>
    </dgm:pt>
    <dgm:pt modelId="{931B6D49-7054-4FDF-8286-EB056AB461C3}" type="pres">
      <dgm:prSet presAssocID="{E2EB4BA2-58A6-4755-BDAA-BFF6FCC36C05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5F35586A-E5E1-45A2-8E23-3ED0C87075A8}" type="pres">
      <dgm:prSet presAssocID="{26E10BBE-FAD1-48EC-BAA2-A29A0D98E66F}" presName="nodeRect" presStyleLbl="alignNode1" presStyleIdx="0" presStyleCnt="4">
        <dgm:presLayoutVars>
          <dgm:bulletEnabled val="1"/>
        </dgm:presLayoutVars>
      </dgm:prSet>
      <dgm:spPr/>
    </dgm:pt>
    <dgm:pt modelId="{98999751-1096-49D5-AFF9-13D78C6F684D}" type="pres">
      <dgm:prSet presAssocID="{E2EB4BA2-58A6-4755-BDAA-BFF6FCC36C05}" presName="sibTrans" presStyleCnt="0"/>
      <dgm:spPr/>
    </dgm:pt>
    <dgm:pt modelId="{F876A0F5-16FF-4F92-B729-BA14D96C38B3}" type="pres">
      <dgm:prSet presAssocID="{A4FA4776-6ABB-4883-AAD8-54C66187A5B2}" presName="compositeNode" presStyleCnt="0">
        <dgm:presLayoutVars>
          <dgm:bulletEnabled val="1"/>
        </dgm:presLayoutVars>
      </dgm:prSet>
      <dgm:spPr/>
    </dgm:pt>
    <dgm:pt modelId="{20B68513-CEED-4D1F-876B-6FC3F1CC52E9}" type="pres">
      <dgm:prSet presAssocID="{A4FA4776-6ABB-4883-AAD8-54C66187A5B2}" presName="bgRect" presStyleLbl="alignNode1" presStyleIdx="1" presStyleCnt="4"/>
      <dgm:spPr/>
    </dgm:pt>
    <dgm:pt modelId="{3CA2C2D9-6D35-40B7-8937-EF12A182B756}" type="pres">
      <dgm:prSet presAssocID="{45FF1DB9-55A5-4256-8D90-8CB9DBC840F2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E9B0A0C0-E15F-400D-AF0A-B5BCC1E7F6C3}" type="pres">
      <dgm:prSet presAssocID="{A4FA4776-6ABB-4883-AAD8-54C66187A5B2}" presName="nodeRect" presStyleLbl="alignNode1" presStyleIdx="1" presStyleCnt="4">
        <dgm:presLayoutVars>
          <dgm:bulletEnabled val="1"/>
        </dgm:presLayoutVars>
      </dgm:prSet>
      <dgm:spPr/>
    </dgm:pt>
    <dgm:pt modelId="{1E26D024-0414-43DD-83EC-B990B2412978}" type="pres">
      <dgm:prSet presAssocID="{45FF1DB9-55A5-4256-8D90-8CB9DBC840F2}" presName="sibTrans" presStyleCnt="0"/>
      <dgm:spPr/>
    </dgm:pt>
    <dgm:pt modelId="{F146B811-498C-469F-94B8-ECCF1CA7FCBB}" type="pres">
      <dgm:prSet presAssocID="{EE68326D-37BE-4392-A07D-45F0CDABE481}" presName="compositeNode" presStyleCnt="0">
        <dgm:presLayoutVars>
          <dgm:bulletEnabled val="1"/>
        </dgm:presLayoutVars>
      </dgm:prSet>
      <dgm:spPr/>
    </dgm:pt>
    <dgm:pt modelId="{EBB9E49F-F53B-4EF0-A1AD-47BDA591F17B}" type="pres">
      <dgm:prSet presAssocID="{EE68326D-37BE-4392-A07D-45F0CDABE481}" presName="bgRect" presStyleLbl="alignNode1" presStyleIdx="2" presStyleCnt="4"/>
      <dgm:spPr/>
    </dgm:pt>
    <dgm:pt modelId="{4EA2B335-6859-449D-9A3F-2DD93CEF82D8}" type="pres">
      <dgm:prSet presAssocID="{69CEEB9D-14B6-4598-8D93-A023DD230EB5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52947E96-E1C3-4C48-A858-C0F4ED49D841}" type="pres">
      <dgm:prSet presAssocID="{EE68326D-37BE-4392-A07D-45F0CDABE481}" presName="nodeRect" presStyleLbl="alignNode1" presStyleIdx="2" presStyleCnt="4">
        <dgm:presLayoutVars>
          <dgm:bulletEnabled val="1"/>
        </dgm:presLayoutVars>
      </dgm:prSet>
      <dgm:spPr/>
    </dgm:pt>
    <dgm:pt modelId="{9434C19D-87B1-4AF5-8E92-E64CA76CE1E3}" type="pres">
      <dgm:prSet presAssocID="{69CEEB9D-14B6-4598-8D93-A023DD230EB5}" presName="sibTrans" presStyleCnt="0"/>
      <dgm:spPr/>
    </dgm:pt>
    <dgm:pt modelId="{72EB18E6-1C1D-43E1-882B-68D309F3D35E}" type="pres">
      <dgm:prSet presAssocID="{2F5C59DD-E7A1-440D-9FEC-6761F0579D25}" presName="compositeNode" presStyleCnt="0">
        <dgm:presLayoutVars>
          <dgm:bulletEnabled val="1"/>
        </dgm:presLayoutVars>
      </dgm:prSet>
      <dgm:spPr/>
    </dgm:pt>
    <dgm:pt modelId="{F86FBDC7-C5A9-4E56-B0DF-1013ED3E327B}" type="pres">
      <dgm:prSet presAssocID="{2F5C59DD-E7A1-440D-9FEC-6761F0579D25}" presName="bgRect" presStyleLbl="alignNode1" presStyleIdx="3" presStyleCnt="4"/>
      <dgm:spPr/>
    </dgm:pt>
    <dgm:pt modelId="{92A1E76F-CAB1-4FBE-9C62-9D1F0BF8F2AF}" type="pres">
      <dgm:prSet presAssocID="{8011E7E4-8B13-424F-B081-5A83C032AEBF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056CE193-D275-4A6E-B661-C29A04E881DE}" type="pres">
      <dgm:prSet presAssocID="{2F5C59DD-E7A1-440D-9FEC-6761F0579D25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5C243A01-9B5B-443D-B200-B71FF21D6BC8}" srcId="{0C419BFE-863F-4032-ADAF-7135207370DB}" destId="{A4FA4776-6ABB-4883-AAD8-54C66187A5B2}" srcOrd="1" destOrd="0" parTransId="{B8D49176-A803-48A8-AD00-B1AE6F1B0BC1}" sibTransId="{45FF1DB9-55A5-4256-8D90-8CB9DBC840F2}"/>
    <dgm:cxn modelId="{1ECFBE15-74FC-47B8-80BE-90F84DED00DE}" type="presOf" srcId="{26E10BBE-FAD1-48EC-BAA2-A29A0D98E66F}" destId="{DEE92C31-5562-41D6-A708-11ED2E7F0169}" srcOrd="0" destOrd="0" presId="urn:microsoft.com/office/officeart/2016/7/layout/LinearBlockProcessNumbered"/>
    <dgm:cxn modelId="{7E69471B-A5D9-4432-8188-913E08C26330}" type="presOf" srcId="{EE68326D-37BE-4392-A07D-45F0CDABE481}" destId="{52947E96-E1C3-4C48-A858-C0F4ED49D841}" srcOrd="1" destOrd="0" presId="urn:microsoft.com/office/officeart/2016/7/layout/LinearBlockProcessNumbered"/>
    <dgm:cxn modelId="{5224CE1B-EF06-4E8C-82E6-91BF99324C9C}" type="presOf" srcId="{2F5C59DD-E7A1-440D-9FEC-6761F0579D25}" destId="{F86FBDC7-C5A9-4E56-B0DF-1013ED3E327B}" srcOrd="0" destOrd="0" presId="urn:microsoft.com/office/officeart/2016/7/layout/LinearBlockProcessNumbered"/>
    <dgm:cxn modelId="{D0735B5D-E8E2-4680-88D0-16069B3BC951}" type="presOf" srcId="{A4FA4776-6ABB-4883-AAD8-54C66187A5B2}" destId="{E9B0A0C0-E15F-400D-AF0A-B5BCC1E7F6C3}" srcOrd="1" destOrd="0" presId="urn:microsoft.com/office/officeart/2016/7/layout/LinearBlockProcessNumbered"/>
    <dgm:cxn modelId="{69F40E41-7C7C-4B7F-85B9-D4DF1E56FA16}" type="presOf" srcId="{69CEEB9D-14B6-4598-8D93-A023DD230EB5}" destId="{4EA2B335-6859-449D-9A3F-2DD93CEF82D8}" srcOrd="0" destOrd="0" presId="urn:microsoft.com/office/officeart/2016/7/layout/LinearBlockProcessNumbered"/>
    <dgm:cxn modelId="{AB2B7861-46DF-4083-B548-0172E1D7E3B7}" srcId="{0C419BFE-863F-4032-ADAF-7135207370DB}" destId="{EE68326D-37BE-4392-A07D-45F0CDABE481}" srcOrd="2" destOrd="0" parTransId="{433CDC2D-AF20-4863-A9C7-EEF791552BB9}" sibTransId="{69CEEB9D-14B6-4598-8D93-A023DD230EB5}"/>
    <dgm:cxn modelId="{13116B65-0BA3-462B-9C03-AD89329AFDD6}" srcId="{0C419BFE-863F-4032-ADAF-7135207370DB}" destId="{2F5C59DD-E7A1-440D-9FEC-6761F0579D25}" srcOrd="3" destOrd="0" parTransId="{0D1CEDC4-CB12-429B-B7F2-A69C2AA015F2}" sibTransId="{8011E7E4-8B13-424F-B081-5A83C032AEBF}"/>
    <dgm:cxn modelId="{477F6C6E-0E46-44B4-B7FD-E760A58BAB66}" type="presOf" srcId="{0C419BFE-863F-4032-ADAF-7135207370DB}" destId="{31938FA4-BD44-4999-AA5D-0867490BC7F9}" srcOrd="0" destOrd="0" presId="urn:microsoft.com/office/officeart/2016/7/layout/LinearBlockProcessNumbered"/>
    <dgm:cxn modelId="{1C3E0574-3073-4558-A2E5-364D0A742E38}" type="presOf" srcId="{26E10BBE-FAD1-48EC-BAA2-A29A0D98E66F}" destId="{5F35586A-E5E1-45A2-8E23-3ED0C87075A8}" srcOrd="1" destOrd="0" presId="urn:microsoft.com/office/officeart/2016/7/layout/LinearBlockProcessNumbered"/>
    <dgm:cxn modelId="{74DE7474-C4E8-4E83-9F11-E1845AB3CB01}" type="presOf" srcId="{2F5C59DD-E7A1-440D-9FEC-6761F0579D25}" destId="{056CE193-D275-4A6E-B661-C29A04E881DE}" srcOrd="1" destOrd="0" presId="urn:microsoft.com/office/officeart/2016/7/layout/LinearBlockProcessNumbered"/>
    <dgm:cxn modelId="{F5F91490-1871-4A8B-8012-9C7646A892CF}" type="presOf" srcId="{EE68326D-37BE-4392-A07D-45F0CDABE481}" destId="{EBB9E49F-F53B-4EF0-A1AD-47BDA591F17B}" srcOrd="0" destOrd="0" presId="urn:microsoft.com/office/officeart/2016/7/layout/LinearBlockProcessNumbered"/>
    <dgm:cxn modelId="{8F872296-C82C-4B5A-BAA4-666E24B06319}" type="presOf" srcId="{A4FA4776-6ABB-4883-AAD8-54C66187A5B2}" destId="{20B68513-CEED-4D1F-876B-6FC3F1CC52E9}" srcOrd="0" destOrd="0" presId="urn:microsoft.com/office/officeart/2016/7/layout/LinearBlockProcessNumbered"/>
    <dgm:cxn modelId="{A171B1A4-6A27-4674-A5AA-0C71DC7E2E13}" type="presOf" srcId="{E2EB4BA2-58A6-4755-BDAA-BFF6FCC36C05}" destId="{931B6D49-7054-4FDF-8286-EB056AB461C3}" srcOrd="0" destOrd="0" presId="urn:microsoft.com/office/officeart/2016/7/layout/LinearBlockProcessNumbered"/>
    <dgm:cxn modelId="{37BE24CD-7DFC-4E5F-8363-E863DA8CDC4B}" type="presOf" srcId="{8011E7E4-8B13-424F-B081-5A83C032AEBF}" destId="{92A1E76F-CAB1-4FBE-9C62-9D1F0BF8F2AF}" srcOrd="0" destOrd="0" presId="urn:microsoft.com/office/officeart/2016/7/layout/LinearBlockProcessNumbered"/>
    <dgm:cxn modelId="{2E6A19E3-2990-4965-B1EB-D86F6CBCED03}" type="presOf" srcId="{45FF1DB9-55A5-4256-8D90-8CB9DBC840F2}" destId="{3CA2C2D9-6D35-40B7-8937-EF12A182B756}" srcOrd="0" destOrd="0" presId="urn:microsoft.com/office/officeart/2016/7/layout/LinearBlockProcessNumbered"/>
    <dgm:cxn modelId="{A12513FD-8A3C-4B1A-84B7-8F485F578E33}" srcId="{0C419BFE-863F-4032-ADAF-7135207370DB}" destId="{26E10BBE-FAD1-48EC-BAA2-A29A0D98E66F}" srcOrd="0" destOrd="0" parTransId="{1E8D77A8-4C3E-4383-A840-6021F8CE64C4}" sibTransId="{E2EB4BA2-58A6-4755-BDAA-BFF6FCC36C05}"/>
    <dgm:cxn modelId="{3AA46E1A-8CF5-4157-BAC5-5D0B667D4157}" type="presParOf" srcId="{31938FA4-BD44-4999-AA5D-0867490BC7F9}" destId="{7CF45F07-910C-4387-9EBD-4E357A30DC82}" srcOrd="0" destOrd="0" presId="urn:microsoft.com/office/officeart/2016/7/layout/LinearBlockProcessNumbered"/>
    <dgm:cxn modelId="{CEBC3307-66BF-43DC-BF4E-534CB3E900B7}" type="presParOf" srcId="{7CF45F07-910C-4387-9EBD-4E357A30DC82}" destId="{DEE92C31-5562-41D6-A708-11ED2E7F0169}" srcOrd="0" destOrd="0" presId="urn:microsoft.com/office/officeart/2016/7/layout/LinearBlockProcessNumbered"/>
    <dgm:cxn modelId="{589BA931-CF04-4C00-8C99-289D026199B0}" type="presParOf" srcId="{7CF45F07-910C-4387-9EBD-4E357A30DC82}" destId="{931B6D49-7054-4FDF-8286-EB056AB461C3}" srcOrd="1" destOrd="0" presId="urn:microsoft.com/office/officeart/2016/7/layout/LinearBlockProcessNumbered"/>
    <dgm:cxn modelId="{69AEF2C7-B831-46EF-8FA9-7003233749C0}" type="presParOf" srcId="{7CF45F07-910C-4387-9EBD-4E357A30DC82}" destId="{5F35586A-E5E1-45A2-8E23-3ED0C87075A8}" srcOrd="2" destOrd="0" presId="urn:microsoft.com/office/officeart/2016/7/layout/LinearBlockProcessNumbered"/>
    <dgm:cxn modelId="{2A48473B-2A81-4247-A101-C0A6B9B6DE1D}" type="presParOf" srcId="{31938FA4-BD44-4999-AA5D-0867490BC7F9}" destId="{98999751-1096-49D5-AFF9-13D78C6F684D}" srcOrd="1" destOrd="0" presId="urn:microsoft.com/office/officeart/2016/7/layout/LinearBlockProcessNumbered"/>
    <dgm:cxn modelId="{08271039-3440-4BEF-A873-0D2D53C38A14}" type="presParOf" srcId="{31938FA4-BD44-4999-AA5D-0867490BC7F9}" destId="{F876A0F5-16FF-4F92-B729-BA14D96C38B3}" srcOrd="2" destOrd="0" presId="urn:microsoft.com/office/officeart/2016/7/layout/LinearBlockProcessNumbered"/>
    <dgm:cxn modelId="{65CA6DAF-9D93-4E35-8DF4-E701E1E4A588}" type="presParOf" srcId="{F876A0F5-16FF-4F92-B729-BA14D96C38B3}" destId="{20B68513-CEED-4D1F-876B-6FC3F1CC52E9}" srcOrd="0" destOrd="0" presId="urn:microsoft.com/office/officeart/2016/7/layout/LinearBlockProcessNumbered"/>
    <dgm:cxn modelId="{9F865A67-D8FC-448C-AA7C-961D0E50DA4B}" type="presParOf" srcId="{F876A0F5-16FF-4F92-B729-BA14D96C38B3}" destId="{3CA2C2D9-6D35-40B7-8937-EF12A182B756}" srcOrd="1" destOrd="0" presId="urn:microsoft.com/office/officeart/2016/7/layout/LinearBlockProcessNumbered"/>
    <dgm:cxn modelId="{247DBFE8-37DF-456B-A075-659F7E79124C}" type="presParOf" srcId="{F876A0F5-16FF-4F92-B729-BA14D96C38B3}" destId="{E9B0A0C0-E15F-400D-AF0A-B5BCC1E7F6C3}" srcOrd="2" destOrd="0" presId="urn:microsoft.com/office/officeart/2016/7/layout/LinearBlockProcessNumbered"/>
    <dgm:cxn modelId="{D046BEB1-99C2-4464-86B0-A7E6F985B278}" type="presParOf" srcId="{31938FA4-BD44-4999-AA5D-0867490BC7F9}" destId="{1E26D024-0414-43DD-83EC-B990B2412978}" srcOrd="3" destOrd="0" presId="urn:microsoft.com/office/officeart/2016/7/layout/LinearBlockProcessNumbered"/>
    <dgm:cxn modelId="{A4ABF63C-5B41-4E96-9AD1-16C8804D5B7C}" type="presParOf" srcId="{31938FA4-BD44-4999-AA5D-0867490BC7F9}" destId="{F146B811-498C-469F-94B8-ECCF1CA7FCBB}" srcOrd="4" destOrd="0" presId="urn:microsoft.com/office/officeart/2016/7/layout/LinearBlockProcessNumbered"/>
    <dgm:cxn modelId="{5A97C78C-C6B6-4443-BE23-98066595DCC6}" type="presParOf" srcId="{F146B811-498C-469F-94B8-ECCF1CA7FCBB}" destId="{EBB9E49F-F53B-4EF0-A1AD-47BDA591F17B}" srcOrd="0" destOrd="0" presId="urn:microsoft.com/office/officeart/2016/7/layout/LinearBlockProcessNumbered"/>
    <dgm:cxn modelId="{57C34575-EC9E-413C-AAEC-3C40F902984C}" type="presParOf" srcId="{F146B811-498C-469F-94B8-ECCF1CA7FCBB}" destId="{4EA2B335-6859-449D-9A3F-2DD93CEF82D8}" srcOrd="1" destOrd="0" presId="urn:microsoft.com/office/officeart/2016/7/layout/LinearBlockProcessNumbered"/>
    <dgm:cxn modelId="{1A3CD7A7-92BF-4FFE-B007-BDE440589239}" type="presParOf" srcId="{F146B811-498C-469F-94B8-ECCF1CA7FCBB}" destId="{52947E96-E1C3-4C48-A858-C0F4ED49D841}" srcOrd="2" destOrd="0" presId="urn:microsoft.com/office/officeart/2016/7/layout/LinearBlockProcessNumbered"/>
    <dgm:cxn modelId="{1E901091-B4C4-4658-96DB-0E34938A8745}" type="presParOf" srcId="{31938FA4-BD44-4999-AA5D-0867490BC7F9}" destId="{9434C19D-87B1-4AF5-8E92-E64CA76CE1E3}" srcOrd="5" destOrd="0" presId="urn:microsoft.com/office/officeart/2016/7/layout/LinearBlockProcessNumbered"/>
    <dgm:cxn modelId="{CE4C5F18-ECF5-4EEF-8FF9-DDBA057F80B1}" type="presParOf" srcId="{31938FA4-BD44-4999-AA5D-0867490BC7F9}" destId="{72EB18E6-1C1D-43E1-882B-68D309F3D35E}" srcOrd="6" destOrd="0" presId="urn:microsoft.com/office/officeart/2016/7/layout/LinearBlockProcessNumbered"/>
    <dgm:cxn modelId="{3F03D475-BF4F-4E6F-A58B-71BC9D57191E}" type="presParOf" srcId="{72EB18E6-1C1D-43E1-882B-68D309F3D35E}" destId="{F86FBDC7-C5A9-4E56-B0DF-1013ED3E327B}" srcOrd="0" destOrd="0" presId="urn:microsoft.com/office/officeart/2016/7/layout/LinearBlockProcessNumbered"/>
    <dgm:cxn modelId="{79292DFE-E65E-491F-982D-498B96C374DB}" type="presParOf" srcId="{72EB18E6-1C1D-43E1-882B-68D309F3D35E}" destId="{92A1E76F-CAB1-4FBE-9C62-9D1F0BF8F2AF}" srcOrd="1" destOrd="0" presId="urn:microsoft.com/office/officeart/2016/7/layout/LinearBlockProcessNumbered"/>
    <dgm:cxn modelId="{C5B1DBD8-D3D2-490E-B5D5-93653030AF4A}" type="presParOf" srcId="{72EB18E6-1C1D-43E1-882B-68D309F3D35E}" destId="{056CE193-D275-4A6E-B661-C29A04E881DE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0CCEDA-D86A-4CAC-BAAE-BB5356DFB47A}">
      <dsp:nvSpPr>
        <dsp:cNvPr id="0" name=""/>
        <dsp:cNvSpPr/>
      </dsp:nvSpPr>
      <dsp:spPr>
        <a:xfrm>
          <a:off x="0" y="2177"/>
          <a:ext cx="6391275" cy="1103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37290F-4778-47A6-A802-85E5E1DFB43B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3797D-B5C7-492A-A5E0-88E57DFEE312}">
      <dsp:nvSpPr>
        <dsp:cNvPr id="0" name=""/>
        <dsp:cNvSpPr/>
      </dsp:nvSpPr>
      <dsp:spPr>
        <a:xfrm>
          <a:off x="1274714" y="2177"/>
          <a:ext cx="5116560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0" kern="1200" baseline="0"/>
            <a:t>1.Flipkart’s logistics arm, Ekart, delivers millions of orders daily across metros and smaller cities.</a:t>
          </a:r>
          <a:endParaRPr lang="en-US" sz="1500" kern="1200"/>
        </a:p>
      </dsp:txBody>
      <dsp:txXfrm>
        <a:off x="1274714" y="2177"/>
        <a:ext cx="5116560" cy="1103648"/>
      </dsp:txXfrm>
    </dsp:sp>
    <dsp:sp modelId="{723A9116-6E55-46C7-8730-86FF56AB13D8}">
      <dsp:nvSpPr>
        <dsp:cNvPr id="0" name=""/>
        <dsp:cNvSpPr/>
      </dsp:nvSpPr>
      <dsp:spPr>
        <a:xfrm>
          <a:off x="0" y="1381738"/>
          <a:ext cx="6391275" cy="11036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5D8229-7976-44FF-A516-827DF7DB0384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6BD42A-3985-4089-AE90-63BFFD72C685}">
      <dsp:nvSpPr>
        <dsp:cNvPr id="0" name=""/>
        <dsp:cNvSpPr/>
      </dsp:nvSpPr>
      <dsp:spPr>
        <a:xfrm>
          <a:off x="1274714" y="1381738"/>
          <a:ext cx="5116560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0" kern="1200" baseline="0"/>
            <a:t>2.With rising order volumes, it’s facing challenges like delivery delays, route inefficiencies, and traffic disruptions</a:t>
          </a:r>
          <a:endParaRPr lang="en-US" sz="1500" kern="1200"/>
        </a:p>
      </dsp:txBody>
      <dsp:txXfrm>
        <a:off x="1274714" y="1381738"/>
        <a:ext cx="5116560" cy="1103648"/>
      </dsp:txXfrm>
    </dsp:sp>
    <dsp:sp modelId="{04C74C92-12AA-4C4F-A746-080F3CEAF269}">
      <dsp:nvSpPr>
        <dsp:cNvPr id="0" name=""/>
        <dsp:cNvSpPr/>
      </dsp:nvSpPr>
      <dsp:spPr>
        <a:xfrm>
          <a:off x="0" y="2761299"/>
          <a:ext cx="6391275" cy="11036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DBEB6F-0D93-4D2B-BFBE-782C92FEF8FC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6BF260-D24D-4ADF-82DC-EB5C16F0A8E0}">
      <dsp:nvSpPr>
        <dsp:cNvPr id="0" name=""/>
        <dsp:cNvSpPr/>
      </dsp:nvSpPr>
      <dsp:spPr>
        <a:xfrm>
          <a:off x="1274714" y="2761299"/>
          <a:ext cx="5116560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0" kern="1200" baseline="0"/>
            <a:t>3.These issues are leading to higher costs and lower customer satisfaction.</a:t>
          </a:r>
          <a:endParaRPr lang="en-US" sz="1500" kern="1200"/>
        </a:p>
      </dsp:txBody>
      <dsp:txXfrm>
        <a:off x="1274714" y="2761299"/>
        <a:ext cx="5116560" cy="1103648"/>
      </dsp:txXfrm>
    </dsp:sp>
    <dsp:sp modelId="{348C0C6E-0A78-4D41-9E2E-0D9F26FCF4FD}">
      <dsp:nvSpPr>
        <dsp:cNvPr id="0" name=""/>
        <dsp:cNvSpPr/>
      </dsp:nvSpPr>
      <dsp:spPr>
        <a:xfrm>
          <a:off x="0" y="4140860"/>
          <a:ext cx="6391275" cy="11036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A5F2A5-06F9-4E2E-B946-13F13876F44D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5CB8E-DD43-4A57-863C-E066122845C5}">
      <dsp:nvSpPr>
        <dsp:cNvPr id="0" name=""/>
        <dsp:cNvSpPr/>
      </dsp:nvSpPr>
      <dsp:spPr>
        <a:xfrm>
          <a:off x="1274714" y="4140860"/>
          <a:ext cx="5116560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0" kern="1200" baseline="0"/>
            <a:t>4.The goal is to analyze logistics data from relational databases to uncover patterns that can help improve delivery efficiency and reduce delays.</a:t>
          </a:r>
          <a:endParaRPr lang="en-US" sz="1500" kern="1200"/>
        </a:p>
      </dsp:txBody>
      <dsp:txXfrm>
        <a:off x="1274714" y="4140860"/>
        <a:ext cx="5116560" cy="11036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43F853-989F-4693-A4E2-A4DCEBECE85B}">
      <dsp:nvSpPr>
        <dsp:cNvPr id="0" name=""/>
        <dsp:cNvSpPr/>
      </dsp:nvSpPr>
      <dsp:spPr>
        <a:xfrm>
          <a:off x="0" y="2177"/>
          <a:ext cx="6391275" cy="1103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8009DE-142F-4F67-AFCB-E22A4E59C4CB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CB1D91-CF24-4E64-8BD4-2E0DD908B6F5}">
      <dsp:nvSpPr>
        <dsp:cNvPr id="0" name=""/>
        <dsp:cNvSpPr/>
      </dsp:nvSpPr>
      <dsp:spPr>
        <a:xfrm>
          <a:off x="1274714" y="2177"/>
          <a:ext cx="5116560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/>
            <a:t>1.We’re building a SQL based analytics system to study and improve delivery performance.</a:t>
          </a:r>
          <a:endParaRPr lang="en-US" sz="1800" kern="1200"/>
        </a:p>
      </dsp:txBody>
      <dsp:txXfrm>
        <a:off x="1274714" y="2177"/>
        <a:ext cx="5116560" cy="1103648"/>
      </dsp:txXfrm>
    </dsp:sp>
    <dsp:sp modelId="{8C160D06-F6D2-4A70-AABA-3137FA6C51B5}">
      <dsp:nvSpPr>
        <dsp:cNvPr id="0" name=""/>
        <dsp:cNvSpPr/>
      </dsp:nvSpPr>
      <dsp:spPr>
        <a:xfrm>
          <a:off x="0" y="1381738"/>
          <a:ext cx="6391275" cy="11036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FA1A37-904B-4686-89BA-6CB8FA096AE3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971619-69AE-473C-8407-53ADFEE0F73E}">
      <dsp:nvSpPr>
        <dsp:cNvPr id="0" name=""/>
        <dsp:cNvSpPr/>
      </dsp:nvSpPr>
      <dsp:spPr>
        <a:xfrm>
          <a:off x="1274714" y="1381738"/>
          <a:ext cx="5116560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/>
            <a:t>2.The idea is to use SQL queries to find out what’s actually causing delivery delays and how routes can be made more efficient.</a:t>
          </a:r>
          <a:endParaRPr lang="en-US" sz="1800" kern="1200"/>
        </a:p>
      </dsp:txBody>
      <dsp:txXfrm>
        <a:off x="1274714" y="1381738"/>
        <a:ext cx="5116560" cy="1103648"/>
      </dsp:txXfrm>
    </dsp:sp>
    <dsp:sp modelId="{BD6A6156-0567-451E-97DF-EC752D9176D9}">
      <dsp:nvSpPr>
        <dsp:cNvPr id="0" name=""/>
        <dsp:cNvSpPr/>
      </dsp:nvSpPr>
      <dsp:spPr>
        <a:xfrm>
          <a:off x="0" y="2761299"/>
          <a:ext cx="6391275" cy="11036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65B8A1-4150-491C-AAC4-9F9809704FD8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C070CC-6AA8-4302-9A92-BC6EA6C56720}">
      <dsp:nvSpPr>
        <dsp:cNvPr id="0" name=""/>
        <dsp:cNvSpPr/>
      </dsp:nvSpPr>
      <dsp:spPr>
        <a:xfrm>
          <a:off x="1274714" y="2761299"/>
          <a:ext cx="5116560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/>
            <a:t>3.We’ll also look at ways to improve shipment handling and delivery agent performance.</a:t>
          </a:r>
          <a:endParaRPr lang="en-US" sz="1800" kern="1200"/>
        </a:p>
      </dsp:txBody>
      <dsp:txXfrm>
        <a:off x="1274714" y="2761299"/>
        <a:ext cx="5116560" cy="1103648"/>
      </dsp:txXfrm>
    </dsp:sp>
    <dsp:sp modelId="{74951AE2-7936-4908-81CE-014BE15AAE82}">
      <dsp:nvSpPr>
        <dsp:cNvPr id="0" name=""/>
        <dsp:cNvSpPr/>
      </dsp:nvSpPr>
      <dsp:spPr>
        <a:xfrm>
          <a:off x="0" y="4140860"/>
          <a:ext cx="6391275" cy="11036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D8B96A-DCDE-4233-B7AE-A220779745A6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764E39-E839-46BC-9E23-BFAD4F565D24}">
      <dsp:nvSpPr>
        <dsp:cNvPr id="0" name=""/>
        <dsp:cNvSpPr/>
      </dsp:nvSpPr>
      <dsp:spPr>
        <a:xfrm>
          <a:off x="1274714" y="4140860"/>
          <a:ext cx="5116560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/>
            <a:t>4.In the end, the goal is to come up with practical, data backed recommendations to make deliveries faster and smoother.</a:t>
          </a:r>
          <a:endParaRPr lang="en-US" sz="1800" kern="1200"/>
        </a:p>
      </dsp:txBody>
      <dsp:txXfrm>
        <a:off x="1274714" y="4140860"/>
        <a:ext cx="5116560" cy="11036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E92C31-5562-41D6-A708-11ED2E7F0169}">
      <dsp:nvSpPr>
        <dsp:cNvPr id="0" name=""/>
        <dsp:cNvSpPr/>
      </dsp:nvSpPr>
      <dsp:spPr>
        <a:xfrm>
          <a:off x="187" y="349312"/>
          <a:ext cx="2270048" cy="272405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4230" tIns="0" rIns="224230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Task 1.1 Identify and delete duplicate Order ID records</a:t>
          </a:r>
          <a:endParaRPr lang="en-US" sz="1300" kern="1200"/>
        </a:p>
      </dsp:txBody>
      <dsp:txXfrm>
        <a:off x="187" y="1438935"/>
        <a:ext cx="2270048" cy="1634435"/>
      </dsp:txXfrm>
    </dsp:sp>
    <dsp:sp modelId="{931B6D49-7054-4FDF-8286-EB056AB461C3}">
      <dsp:nvSpPr>
        <dsp:cNvPr id="0" name=""/>
        <dsp:cNvSpPr/>
      </dsp:nvSpPr>
      <dsp:spPr>
        <a:xfrm>
          <a:off x="187" y="349312"/>
          <a:ext cx="2270048" cy="1089623"/>
        </a:xfrm>
        <a:prstGeom prst="rect">
          <a:avLst/>
        </a:prstGeom>
        <a:noFill/>
        <a:ln w="9525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4230" tIns="165100" rIns="224230" bIns="16510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01</a:t>
          </a:r>
        </a:p>
      </dsp:txBody>
      <dsp:txXfrm>
        <a:off x="187" y="349312"/>
        <a:ext cx="2270048" cy="1089623"/>
      </dsp:txXfrm>
    </dsp:sp>
    <dsp:sp modelId="{20B68513-CEED-4D1F-876B-6FC3F1CC52E9}">
      <dsp:nvSpPr>
        <dsp:cNvPr id="0" name=""/>
        <dsp:cNvSpPr/>
      </dsp:nvSpPr>
      <dsp:spPr>
        <a:xfrm>
          <a:off x="2451840" y="349312"/>
          <a:ext cx="2270048" cy="272405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4230" tIns="0" rIns="224230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1.We first checked the dataset for any duplicate Order IDs, since duplicates could affect the accuracy of our analysis.</a:t>
          </a:r>
        </a:p>
      </dsp:txBody>
      <dsp:txXfrm>
        <a:off x="2451840" y="1438935"/>
        <a:ext cx="2270048" cy="1634435"/>
      </dsp:txXfrm>
    </dsp:sp>
    <dsp:sp modelId="{3CA2C2D9-6D35-40B7-8937-EF12A182B756}">
      <dsp:nvSpPr>
        <dsp:cNvPr id="0" name=""/>
        <dsp:cNvSpPr/>
      </dsp:nvSpPr>
      <dsp:spPr>
        <a:xfrm>
          <a:off x="2451840" y="349312"/>
          <a:ext cx="2270048" cy="1089623"/>
        </a:xfrm>
        <a:prstGeom prst="rect">
          <a:avLst/>
        </a:prstGeom>
        <a:noFill/>
        <a:ln w="9525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4230" tIns="165100" rIns="224230" bIns="16510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02</a:t>
          </a:r>
        </a:p>
      </dsp:txBody>
      <dsp:txXfrm>
        <a:off x="2451840" y="349312"/>
        <a:ext cx="2270048" cy="1089623"/>
      </dsp:txXfrm>
    </dsp:sp>
    <dsp:sp modelId="{EBB9E49F-F53B-4EF0-A1AD-47BDA591F17B}">
      <dsp:nvSpPr>
        <dsp:cNvPr id="0" name=""/>
        <dsp:cNvSpPr/>
      </dsp:nvSpPr>
      <dsp:spPr>
        <a:xfrm>
          <a:off x="4903493" y="349312"/>
          <a:ext cx="2270048" cy="272405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4230" tIns="0" rIns="224230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2.Using a SQL query, we identified and kept only one unique record for each order to ensure clean and reliable data.</a:t>
          </a:r>
        </a:p>
      </dsp:txBody>
      <dsp:txXfrm>
        <a:off x="4903493" y="1438935"/>
        <a:ext cx="2270048" cy="1634435"/>
      </dsp:txXfrm>
    </dsp:sp>
    <dsp:sp modelId="{4EA2B335-6859-449D-9A3F-2DD93CEF82D8}">
      <dsp:nvSpPr>
        <dsp:cNvPr id="0" name=""/>
        <dsp:cNvSpPr/>
      </dsp:nvSpPr>
      <dsp:spPr>
        <a:xfrm>
          <a:off x="4903493" y="349312"/>
          <a:ext cx="2270048" cy="1089623"/>
        </a:xfrm>
        <a:prstGeom prst="rect">
          <a:avLst/>
        </a:prstGeom>
        <a:noFill/>
        <a:ln w="9525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4230" tIns="165100" rIns="224230" bIns="16510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03</a:t>
          </a:r>
        </a:p>
      </dsp:txBody>
      <dsp:txXfrm>
        <a:off x="4903493" y="349312"/>
        <a:ext cx="2270048" cy="1089623"/>
      </dsp:txXfrm>
    </dsp:sp>
    <dsp:sp modelId="{F86FBDC7-C5A9-4E56-B0DF-1013ED3E327B}">
      <dsp:nvSpPr>
        <dsp:cNvPr id="0" name=""/>
        <dsp:cNvSpPr/>
      </dsp:nvSpPr>
      <dsp:spPr>
        <a:xfrm>
          <a:off x="7355146" y="349312"/>
          <a:ext cx="2270048" cy="272405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4230" tIns="0" rIns="224230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Result</a:t>
          </a:r>
          <a:r>
            <a:rPr lang="en-US" sz="1300" kern="1200"/>
            <a:t> : All duplicate orders were successfully removed.</a:t>
          </a:r>
        </a:p>
      </dsp:txBody>
      <dsp:txXfrm>
        <a:off x="7355146" y="1438935"/>
        <a:ext cx="2270048" cy="1634435"/>
      </dsp:txXfrm>
    </dsp:sp>
    <dsp:sp modelId="{92A1E76F-CAB1-4FBE-9C62-9D1F0BF8F2AF}">
      <dsp:nvSpPr>
        <dsp:cNvPr id="0" name=""/>
        <dsp:cNvSpPr/>
      </dsp:nvSpPr>
      <dsp:spPr>
        <a:xfrm>
          <a:off x="7355146" y="349312"/>
          <a:ext cx="2270048" cy="1089623"/>
        </a:xfrm>
        <a:prstGeom prst="rect">
          <a:avLst/>
        </a:prstGeom>
        <a:noFill/>
        <a:ln w="9525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4230" tIns="165100" rIns="224230" bIns="16510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04</a:t>
          </a:r>
        </a:p>
      </dsp:txBody>
      <dsp:txXfrm>
        <a:off x="7355146" y="349312"/>
        <a:ext cx="2270048" cy="10896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9EC30-3672-48C7-9293-DA6180BBA035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3F285-A2CA-4DF4-932E-79EF7E091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046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3F285-A2CA-4DF4-932E-79EF7E091C9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294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3F285-A2CA-4DF4-932E-79EF7E091C9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057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3F285-A2CA-4DF4-932E-79EF7E091C9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453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3F285-A2CA-4DF4-932E-79EF7E091C96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375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3F285-A2CA-4DF4-932E-79EF7E091C96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745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3F285-A2CA-4DF4-932E-79EF7E091C96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501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3F285-A2CA-4DF4-932E-79EF7E091C96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589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3F285-A2CA-4DF4-932E-79EF7E091C96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958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3F285-A2CA-4DF4-932E-79EF7E091C96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804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3F285-A2CA-4DF4-932E-79EF7E091C96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26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3F285-A2CA-4DF4-932E-79EF7E091C96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658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3F285-A2CA-4DF4-932E-79EF7E091C96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319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5BDFE29-EF32-4BCB-B8F0-2C024B6B6DC8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B2192EBA-C615-4262-8C9E-704580136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421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FE29-EF32-4BCB-B8F0-2C024B6B6DC8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92EBA-C615-4262-8C9E-704580136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48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FE29-EF32-4BCB-B8F0-2C024B6B6DC8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92EBA-C615-4262-8C9E-704580136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801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FE29-EF32-4BCB-B8F0-2C024B6B6DC8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92EBA-C615-4262-8C9E-704580136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53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FE29-EF32-4BCB-B8F0-2C024B6B6DC8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92EBA-C615-4262-8C9E-704580136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671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FE29-EF32-4BCB-B8F0-2C024B6B6DC8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92EBA-C615-4262-8C9E-704580136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20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FE29-EF32-4BCB-B8F0-2C024B6B6DC8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92EBA-C615-4262-8C9E-704580136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64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FE29-EF32-4BCB-B8F0-2C024B6B6DC8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92EBA-C615-4262-8C9E-704580136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117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FE29-EF32-4BCB-B8F0-2C024B6B6DC8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92EBA-C615-4262-8C9E-704580136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447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FE29-EF32-4BCB-B8F0-2C024B6B6DC8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92EBA-C615-4262-8C9E-704580136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3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FE29-EF32-4BCB-B8F0-2C024B6B6DC8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92EBA-C615-4262-8C9E-704580136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238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FE29-EF32-4BCB-B8F0-2C024B6B6DC8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92EBA-C615-4262-8C9E-704580136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119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FE29-EF32-4BCB-B8F0-2C024B6B6DC8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92EBA-C615-4262-8C9E-704580136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9056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FE29-EF32-4BCB-B8F0-2C024B6B6DC8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92EBA-C615-4262-8C9E-704580136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252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FE29-EF32-4BCB-B8F0-2C024B6B6DC8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92EBA-C615-4262-8C9E-704580136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2640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5BDFE29-EF32-4BCB-B8F0-2C024B6B6DC8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92EBA-C615-4262-8C9E-704580136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834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5BDFE29-EF32-4BCB-B8F0-2C024B6B6DC8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92EBA-C615-4262-8C9E-704580136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971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5BDFE29-EF32-4BCB-B8F0-2C024B6B6DC8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2192EBA-C615-4262-8C9E-704580136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51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A55BF-D07A-4CD9-DF7E-C5E633ECD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6538" y="529351"/>
            <a:ext cx="8825658" cy="2677648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Logistics Optimization for Delivery Routes - Flipkart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DC4668-1109-6D13-F7D6-29BF89EB2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5929" y="3793406"/>
            <a:ext cx="8825658" cy="861420"/>
          </a:xfrm>
        </p:spPr>
        <p:txBody>
          <a:bodyPr>
            <a:noAutofit/>
          </a:bodyPr>
          <a:lstStyle/>
          <a:p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SQL-Driven Analysis of Delivery Performance</a:t>
            </a:r>
          </a:p>
          <a:p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 Preetham Sharvin Danthi</a:t>
            </a:r>
          </a:p>
          <a:p>
            <a:r>
              <a:rPr lang="en-IN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For: Internshala Trainings</a:t>
            </a:r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21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5D4A15D-C852-47D7-A7E3-7F8FEE9FC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06AA6A2-9E5B-46E6-82B0-8FC1CA723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E7C01A-5F5B-4E17-B91B-26FA9ADB5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1DA43BF-6FE1-458D-A112-1687677B0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FAA5FF03-83FF-43B9-B66B-5FD05A958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BC4D7AA7-0424-4C72-AE55-4B413DD47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C2D80F1-5DC4-4396-B0E1-C774E82EC7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9" name="Freeform 5">
              <a:extLst>
                <a:ext uri="{FF2B5EF4-FFF2-40B4-BE49-F238E27FC236}">
                  <a16:creationId xmlns:a16="http://schemas.microsoft.com/office/drawing/2014/main" id="{48171057-920A-4188-A18E-97D710A35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">
              <a:extLst>
                <a:ext uri="{FF2B5EF4-FFF2-40B4-BE49-F238E27FC236}">
                  <a16:creationId xmlns:a16="http://schemas.microsoft.com/office/drawing/2014/main" id="{1C871B74-1D69-47F0-A28D-8F3454779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">
              <a:extLst>
                <a:ext uri="{FF2B5EF4-FFF2-40B4-BE49-F238E27FC236}">
                  <a16:creationId xmlns:a16="http://schemas.microsoft.com/office/drawing/2014/main" id="{63001BDC-368C-49CC-9F3F-EAF38A0A4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6288FC2F-B192-42B2-90BE-517E1039B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2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EE2371-940B-873C-CD34-5212FE3E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EBEBEB"/>
                </a:solidFill>
              </a:rPr>
              <a:t>Project Overview &amp; Objective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79" name="Rectangle 12">
            <a:extLst>
              <a:ext uri="{FF2B5EF4-FFF2-40B4-BE49-F238E27FC236}">
                <a16:creationId xmlns:a16="http://schemas.microsoft.com/office/drawing/2014/main" id="{169D8E0F-BD7A-1DF4-F916-6C3D307DD5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844591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3654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17BC6C8-DFCB-D0CB-E612-0B542A7DC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Objective: The Solution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41873A4-901B-638E-A9BB-7B334EF17C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7079713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84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9B6CE1F-6703-1887-8305-984E00C34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Task 1: Data Cleaning &amp; Preparation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5C413E18-4DC5-08C6-A30C-4C1F8C0D3F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2597009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304138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8ADCDE-F200-B094-BAC4-B5E2E735EB87}"/>
              </a:ext>
            </a:extLst>
          </p:cNvPr>
          <p:cNvSpPr txBox="1"/>
          <p:nvPr/>
        </p:nvSpPr>
        <p:spPr>
          <a:xfrm>
            <a:off x="496956" y="596455"/>
            <a:ext cx="1143993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INSERT INTO Orders_Clean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WITH RankedOrders AS (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SELECT 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*,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ROW_NUMBER() OVER (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PARTITION BY Order_ID                               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ORDER BY Order_Date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) AS row_num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FROM 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Orders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Order_ID, Warehouse_ID, Route_ID, Agent_ID, 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Order_Date, Expected_Delivery_Date, 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Actual_Delivery_Date, Status, Order_Value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RankedOrders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row_num = 1;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1F1E3F-763B-ED84-5F9D-9A0A238646D3}"/>
              </a:ext>
            </a:extLst>
          </p:cNvPr>
          <p:cNvSpPr txBox="1"/>
          <p:nvPr/>
        </p:nvSpPr>
        <p:spPr>
          <a:xfrm>
            <a:off x="6410632" y="3195484"/>
            <a:ext cx="5136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Identified and deleted 300+ duplicate records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451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111EF8-B98A-C8BC-8F92-00DF46A6D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0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1.2 : Replace null Traffic_Delay_Min with the average delay for that route.</a:t>
            </a:r>
            <a:endParaRPr lang="en-IN" sz="300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45796F45-F148-BE33-D74B-332B1D0DD4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0077" y="437513"/>
            <a:ext cx="5502614" cy="59543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1.The Routes table had some missing values for traffic delay, which could affect the analysis.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2.To fix this, we replaced the empty cells with the average traffic delay calculated for each specific route, ensuring the data stayed consistent and accurate.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 </a:t>
            </a:r>
            <a:r>
              <a:rPr kumimoji="0" lang="en-US" altLang="en-US" sz="20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 The Query return an empty table, Meaning there were no remaning NULL_VALUES For Traffic_Delay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confirms that all missing data has been successfully filled in, ensuring our route analysis is now clean and accurate.</a:t>
            </a:r>
            <a:endParaRPr kumimoji="0" lang="en-US" altLang="en-US" sz="200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878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2CF653-AED6-76FC-BD26-26CC1CA03A29}"/>
              </a:ext>
            </a:extLst>
          </p:cNvPr>
          <p:cNvSpPr txBox="1"/>
          <p:nvPr/>
        </p:nvSpPr>
        <p:spPr>
          <a:xfrm>
            <a:off x="367748" y="516835"/>
            <a:ext cx="11459817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SET SQL_SAFE_UPDATES = 0;</a:t>
            </a:r>
          </a:p>
          <a:p>
            <a:pPr algn="just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UPDATE Routes r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JOIN (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SELECT 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Route_ID, 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AVG(Traffic_Delay_Min) AS avg_for_route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FROM Routes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WHERE Traffic_Delay_Min IS NOT NULL  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GROUP BY Route_ID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 AS route_avg ON r.Route_ID = route_avg.Route_ID</a:t>
            </a:r>
          </a:p>
          <a:p>
            <a:pPr algn="just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SET r.Traffic_Delay_Min = route_avg.avg_for_route</a:t>
            </a:r>
          </a:p>
          <a:p>
            <a:pPr algn="just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WHERE r.Traffic_Delay_Min IS NULL; </a:t>
            </a:r>
          </a:p>
          <a:p>
            <a:pPr algn="just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Routes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WHERE Traffic_Delay_Min IS NULL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461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0D5756-63AD-F1FF-EB9E-C205B38D9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1.3 : Convert all date columns into YYYY-MM-DD format using SQL functions.</a:t>
            </a:r>
            <a:endParaRPr lang="en-IN" sz="320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CE9F0-8081-DB5A-8739-4B958F7F2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1.The date columns in the </a:t>
            </a: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Orders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Shipment Tracking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tables were originally stored as plain text (VARCHAR).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2.To make calculations like delivery delays possible, we converted them into proper DATE and DATETIME formats using the STR_TO_DATE() function and ALTER TABLE command.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All the date and time columns have now been converted into a standardized YYYY-MM-DD format.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545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3CBF65-A63C-2485-5674-25CD1CCF2776}"/>
              </a:ext>
            </a:extLst>
          </p:cNvPr>
          <p:cNvSpPr txBox="1"/>
          <p:nvPr/>
        </p:nvSpPr>
        <p:spPr>
          <a:xfrm>
            <a:off x="417443" y="894522"/>
            <a:ext cx="1122127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UPDATE Orders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SET Order_Date = STR_TO_DATE(Order_Date, '%Y-%m-%d'),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Actual_Delivery_Date = STR_TO_DATE(Actual_Delivery_Date, '%Y-%m-%d');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 Orders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MODIFY COLUMN Order_Date DATE,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MODIFY COLUMN Actual_Delivery_Date DATE;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745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4A33A-FA5A-5DFD-EFD6-B3E0C5FD1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27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1.4 : Ensure that no Actual_Delivery_Date is before Order_Date (flag such records). </a:t>
            </a:r>
            <a:endParaRPr lang="en-IN" sz="270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989BC-74AA-748B-2CA4-D07DE55F5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1.After fixing the dates, we did a quick check to make sure no order showed a delivery date that came before the order date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425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D3390B-F781-4CD9-9392-D5409BEED9AF}"/>
              </a:ext>
            </a:extLst>
          </p:cNvPr>
          <p:cNvSpPr txBox="1"/>
          <p:nvPr/>
        </p:nvSpPr>
        <p:spPr>
          <a:xfrm>
            <a:off x="606287" y="775252"/>
            <a:ext cx="1073426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*,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'Invalid Date Flag' AS Flag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Orders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Actual_Delivery_Date &lt; Order_Date;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016FCCCB-1222-3626-E7DA-2AE9BB901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01" y="3343530"/>
            <a:ext cx="6897857" cy="29436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B361BF-9847-4B32-96C1-224920810BBA}"/>
              </a:ext>
            </a:extLst>
          </p:cNvPr>
          <p:cNvSpPr txBox="1"/>
          <p:nvPr/>
        </p:nvSpPr>
        <p:spPr>
          <a:xfrm>
            <a:off x="2172929" y="501659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0 rows returned</a:t>
            </a:r>
            <a:r>
              <a:rPr lang="en-IN" sz="1800"/>
              <a:t>.</a:t>
            </a:r>
            <a:endParaRPr lang="en-I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015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7EF89-589A-E150-93F5-D0DFB934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2: Delivery Delay Analysis</a:t>
            </a:r>
            <a:endParaRPr lang="en-IN" sz="320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B67FA-D43E-40EF-6146-532064D3D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Task 2.1 Calculate delivery delay (in days) for each order</a:t>
            </a:r>
          </a:p>
          <a:p>
            <a:pPr marL="0" indent="0">
              <a:buNone/>
            </a:pP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1.The first step in our analysis was to calculate how long each order was delayed.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2.We did this using the DATEDIFF() function, which finds the number of days between the Order_Date and the Actual_Delivery_Date</a:t>
            </a:r>
            <a:r>
              <a:rPr lang="en-US" sz="2000"/>
              <a:t>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053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015115-B5CB-9500-25CB-7956DA32F724}"/>
              </a:ext>
            </a:extLst>
          </p:cNvPr>
          <p:cNvSpPr txBox="1"/>
          <p:nvPr/>
        </p:nvSpPr>
        <p:spPr>
          <a:xfrm>
            <a:off x="327991" y="815009"/>
            <a:ext cx="112809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Order_ID,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Route_ID,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Actual_Delivery_Date,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Order_Date,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DATEDIFF(Actual_Delivery_Date, Order_Date) AS delivery_delay_days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Orders;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409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DA34B8A-FA8D-4E16-AD72-7B60B1C25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885D229-60DD-4D71-8181-10E781C149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B0DAA45-BE66-4F0C-93A6-519D94107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F449A3D-A43B-4688-BD89-35734D007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4E9975C-AF3D-48EF-B3F0-112A01A38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F00A076-2FEA-40D1-8F85-842481797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2E68741-6133-4CAA-BF3C-F0E6CF40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76C01C64-4A8B-42FC-93C5-2D6A3EBAB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D969AEA9-C1EE-45E1-9964-D9705492E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4845E67D-4E5B-44B3-AB74-5E95C839E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079CE317-680B-449C-A423-71C1FE06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7" name="Picture 6" descr="A screenshot of a data&#10;&#10;AI-generated content may be incorrect.">
            <a:extLst>
              <a:ext uri="{FF2B5EF4-FFF2-40B4-BE49-F238E27FC236}">
                <a16:creationId xmlns:a16="http://schemas.microsoft.com/office/drawing/2014/main" id="{E93D80B6-F018-C248-37E2-E082C8E1B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607" y="1942969"/>
            <a:ext cx="6391533" cy="297206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F9DC6D-FE45-5AB7-7B17-D6FE17FFE2CC}"/>
              </a:ext>
            </a:extLst>
          </p:cNvPr>
          <p:cNvSpPr txBox="1"/>
          <p:nvPr/>
        </p:nvSpPr>
        <p:spPr>
          <a:xfrm>
            <a:off x="1154955" y="2120900"/>
            <a:ext cx="3133726" cy="3898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Result: The query added a new column called delivery_delay_days, which shows how many days each order was delayed.</a:t>
            </a:r>
          </a:p>
        </p:txBody>
      </p:sp>
      <p:sp>
        <p:nvSpPr>
          <p:cNvPr id="38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456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A6E5B7-0D87-AEB7-10FC-6611C9A4F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2.2 : Find Top 10 delayed routes based on average delay days.</a:t>
            </a:r>
            <a:endParaRPr lang="en-IN" sz="320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F3E23-5560-5775-46F1-A8A702BF9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1. Calculated the </a:t>
            </a: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delivery delay for each route to find the worst performers.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Route_ID,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AVG(DATEDIFF(Actual_Delivery_Date, Order_Date)) AS avg_delay_days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FROM Orders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GROUP BY Route_ID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ORDER BY avg_delay_days DESC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LIMIT 10;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639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F225D1-750B-08FF-50BD-B4F489ED2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35" y="303096"/>
            <a:ext cx="9911565" cy="2686425"/>
          </a:xfrm>
          <a:prstGeom prst="rect">
            <a:avLst/>
          </a:prstGeom>
        </p:spPr>
      </p:pic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0536011D-56B1-8D49-88E6-C0324D6292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7811466"/>
              </p:ext>
            </p:extLst>
          </p:nvPr>
        </p:nvGraphicFramePr>
        <p:xfrm>
          <a:off x="403123" y="3067665"/>
          <a:ext cx="9756877" cy="2686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E226363-6B54-B386-6E80-C64CA56790E3}"/>
              </a:ext>
            </a:extLst>
          </p:cNvPr>
          <p:cNvSpPr txBox="1"/>
          <p:nvPr/>
        </p:nvSpPr>
        <p:spPr>
          <a:xfrm>
            <a:off x="471949" y="5938685"/>
            <a:ext cx="7163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This query pinpoints the 10 routes with the highest average delays.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851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C3518B-1264-E027-043E-A26D25F70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2.3 : Use window functions to rank all orders by delay within each warehouse.</a:t>
            </a:r>
            <a:endParaRPr lang="en-IN" sz="320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3418D3-9DB2-CC02-71DD-F9C37FD2D8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0077" y="437513"/>
            <a:ext cx="5502614" cy="59543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1.To understand how each warehouse was performing, I used the RANK() window function.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2.This function ranks all orders based on their delivery delay, and with the PARTITION BY clause, the ranking resets for each warehouse, giving a clear view of performance within every location.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pPr marL="0" lvl="0" indent="0"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Order_ID,</a:t>
            </a:r>
          </a:p>
          <a:p>
            <a:pPr marL="0" lvl="0" indent="0"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Warehouse_ID,</a:t>
            </a:r>
          </a:p>
          <a:p>
            <a:pPr marL="0" lvl="0" indent="0"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DATEDIFF(Actual_Delivery_Date, Order_Date) AS delivery_delay_days,</a:t>
            </a:r>
          </a:p>
          <a:p>
            <a:pPr marL="0" lvl="0" indent="0"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RANK() OVER (</a:t>
            </a:r>
          </a:p>
          <a:p>
            <a:pPr marL="0" lvl="0" indent="0"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    PARTITION BY Warehouse_ID</a:t>
            </a:r>
          </a:p>
          <a:p>
            <a:pPr marL="0" lvl="0" indent="0"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    ORDER BY DATEDIFF(Actual_Delivery_Date, Order_Date) DESC</a:t>
            </a:r>
          </a:p>
          <a:p>
            <a:pPr marL="0" lvl="0" indent="0"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) AS delay_rank</a:t>
            </a:r>
          </a:p>
          <a:p>
            <a:pPr marL="0" lvl="0" indent="0"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</a:p>
          <a:p>
            <a:pPr marL="0" lvl="0" indent="0"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Orders;</a:t>
            </a:r>
            <a:endParaRPr kumimoji="0" lang="en-US" altLang="en-US" sz="170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692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DDA34B8A-FA8D-4E16-AD72-7B60B1C25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885D229-60DD-4D71-8181-10E781C149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B0DAA45-BE66-4F0C-93A6-519D94107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F449A3D-A43B-4688-BD89-35734D007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4E9975C-AF3D-48EF-B3F0-112A01A38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F00A076-2FEA-40D1-8F85-842481797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2E68741-6133-4CAA-BF3C-F0E6CF40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76C01C64-4A8B-42FC-93C5-2D6A3EBAB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5">
              <a:extLst>
                <a:ext uri="{FF2B5EF4-FFF2-40B4-BE49-F238E27FC236}">
                  <a16:creationId xmlns:a16="http://schemas.microsoft.com/office/drawing/2014/main" id="{D969AEA9-C1EE-45E1-9964-D9705492E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4845E67D-4E5B-44B3-AB74-5E95C839E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079CE317-680B-449C-A423-71C1FE06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70C2B8F-6B1B-46D5-86E6-40F36C695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8" name="Freeform 5">
            <a:extLst>
              <a:ext uri="{FF2B5EF4-FFF2-40B4-BE49-F238E27FC236}">
                <a16:creationId xmlns:a16="http://schemas.microsoft.com/office/drawing/2014/main" id="{DB521824-592C-476A-AB0A-CA0C6D1F3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A2749EFA-8EE4-4EB8-9424-8E593B932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B5C860C9-D4F9-4350-80DA-0D1CD36C7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3" name="Picture 2" descr="A screenshot of a data&#10;&#10;AI-generated content may be incorrect.">
            <a:extLst>
              <a:ext uri="{FF2B5EF4-FFF2-40B4-BE49-F238E27FC236}">
                <a16:creationId xmlns:a16="http://schemas.microsoft.com/office/drawing/2014/main" id="{8345EA3C-57A3-A83C-DCBE-08764C22C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836" y="2266829"/>
            <a:ext cx="4828707" cy="2341922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538A90C8-AE0E-4EBA-9AF8-EEDB20602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6047F-10EB-D87F-A94B-6BE0AB944DE2}"/>
              </a:ext>
            </a:extLst>
          </p:cNvPr>
          <p:cNvSpPr txBox="1"/>
          <p:nvPr/>
        </p:nvSpPr>
        <p:spPr>
          <a:xfrm>
            <a:off x="639098" y="2418735"/>
            <a:ext cx="5132439" cy="3811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Result : The new delay_rank column (as shown in the screenshot) turned out to be really useful.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>
              <a:solidFill>
                <a:srgbClr val="FFFFFF"/>
              </a:solidFill>
            </a:endParaRP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1. It lets a warehouse manager say at WH_01  quickly spot their worst delayed order (rank 1) and look into what went wrong, without getting mixed up with delays from other warehouses.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1577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B90DF9-B8FE-2CED-0035-ED0619A5D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</a:rPr>
              <a:t>Task 3: Route Optimization Insights</a:t>
            </a:r>
            <a:endParaRPr lang="en-IN" sz="3200">
              <a:solidFill>
                <a:srgbClr val="EBEBE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EBEAD-02B7-716E-DDAB-A5000AF19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Task 3.1 : For each route, calculate: </a:t>
            </a:r>
          </a:p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Average delivery time (in days). </a:t>
            </a:r>
          </a:p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Average traffic delay. </a:t>
            </a:r>
          </a:p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Distance-to-time efficiency ratio: Distance_KM / Average_Travel_Time_Min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find the most </a:t>
            </a: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inefficient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routes, I first calculated key metrics for </a:t>
            </a: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routes. This involved joining the Orders and Routes tables to calculate an "Efficiency Ratio" (Distance_KM / Average_Travel_Time_Min).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871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E35D05-9D65-CF73-647E-C330DA9493AB}"/>
              </a:ext>
            </a:extLst>
          </p:cNvPr>
          <p:cNvSpPr txBox="1"/>
          <p:nvPr/>
        </p:nvSpPr>
        <p:spPr>
          <a:xfrm>
            <a:off x="462118" y="368337"/>
            <a:ext cx="982804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pPr algn="just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r.Route_ID,</a:t>
            </a:r>
          </a:p>
          <a:p>
            <a:pPr algn="just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AVG(DATEDIFF(o.Actual_Delivery_Date, o.Order_Date)) AS avg_delivery_days,</a:t>
            </a:r>
          </a:p>
          <a:p>
            <a:pPr algn="just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AVG(r.Traffic_Delay_Min) AS avg_traffic_delay,</a:t>
            </a:r>
          </a:p>
          <a:p>
            <a:pPr algn="just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(AVG(r.Distance_KM) / AVG(r.Average_Travel_Time_Min)) AS efficiency_ratio_km_per_min</a:t>
            </a:r>
          </a:p>
          <a:p>
            <a:pPr algn="just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</a:p>
          <a:p>
            <a:pPr algn="just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Orders o</a:t>
            </a:r>
          </a:p>
          <a:p>
            <a:pPr algn="just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JOIN </a:t>
            </a:r>
          </a:p>
          <a:p>
            <a:pPr algn="just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Routes r ON o.Route_ID = r.Route_ID</a:t>
            </a:r>
          </a:p>
          <a:p>
            <a:pPr algn="just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</a:p>
          <a:p>
            <a:pPr algn="just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r.Route_ID;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6DE330-24C2-055C-BEC7-DCAC5C38B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10" y="3620454"/>
            <a:ext cx="6744641" cy="27912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E91134-1F0D-E47A-75D5-6DECF0213AFE}"/>
              </a:ext>
            </a:extLst>
          </p:cNvPr>
          <p:cNvSpPr txBox="1"/>
          <p:nvPr/>
        </p:nvSpPr>
        <p:spPr>
          <a:xfrm>
            <a:off x="7441325" y="4109545"/>
            <a:ext cx="3692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 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This query produced a base table of efficiency metrics.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142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F2977D-F3BB-CB1A-311A-120DECBE0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3.2 : Identify 3 routes with the worst efficiency ratio. </a:t>
            </a:r>
            <a:endParaRPr lang="en-IN" sz="320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BB7F7-0E8F-B0ED-A702-C5EFF3D64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 sorted the routes from the previous query by their efficiency ratio in </a:t>
            </a: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ascending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order (ASC) to find the 3 worst performers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r.Route_ID,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(AVG(r.Distance_KM) / AVG(r.Average_Travel_Time_Min)) AS efficiency_ratio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FROM Orders o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JOIN Routes r ON o.Route_ID = r.Route_ID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GROUP BY r.Route_ID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ORDER BY efficiency_ratio ASC  -- Worst routes (lowest efficiency) first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LIMIT 3;</a:t>
            </a:r>
          </a:p>
        </p:txBody>
      </p:sp>
    </p:spTree>
    <p:extLst>
      <p:ext uri="{BB962C8B-B14F-4D97-AF65-F5344CB8AC3E}">
        <p14:creationId xmlns:p14="http://schemas.microsoft.com/office/powerpoint/2010/main" val="2977530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46ACBA-EE7A-4EF5-8C33-5B729ED67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85" y="590522"/>
            <a:ext cx="8221222" cy="2734057"/>
          </a:xfrm>
          <a:prstGeom prst="rect">
            <a:avLst/>
          </a:prstGeom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6230842-C787-6BA7-7AC3-8581D2D75C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0549354"/>
              </p:ext>
            </p:extLst>
          </p:nvPr>
        </p:nvGraphicFramePr>
        <p:xfrm>
          <a:off x="580104" y="2585884"/>
          <a:ext cx="6037006" cy="3588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661351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3D1A06-38FC-152A-4456-B13C7F2B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3.3 : Find routes with &gt;20% delayed shipments.</a:t>
            </a:r>
            <a:endParaRPr lang="en-IN" sz="320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8F377-82D0-D1AB-A62C-52574D5DE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6478588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 identified all routes where more than 20% of shipments are delayed. I used the </a:t>
            </a: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improved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logic: "delayed" means Actual_Delivery_Date &gt; Expected_Delivery_Date.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Route_ID,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AVG(CASE 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 WHEN Actual_Delivery_Date &gt; Expected_Delivery_Date THEN 1 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 0 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END) * 100 AS percentage_delayed_shipments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FROM Orders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GROUP BY Route_ID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HAVING percentage_delayed_shipments &gt; 20;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755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10C2D3-D30D-0D50-6D57-5F9D2B1EC1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103" y="490646"/>
            <a:ext cx="5906324" cy="2154232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3A52436-DC36-0BF3-AAAC-4766D5F1CE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4555541"/>
              </p:ext>
            </p:extLst>
          </p:nvPr>
        </p:nvGraphicFramePr>
        <p:xfrm>
          <a:off x="462117" y="2882764"/>
          <a:ext cx="6341806" cy="36360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4F46113-A234-38BF-AC69-5BCF363F7D9A}"/>
              </a:ext>
            </a:extLst>
          </p:cNvPr>
          <p:cNvSpPr txBox="1"/>
          <p:nvPr/>
        </p:nvSpPr>
        <p:spPr>
          <a:xfrm>
            <a:off x="7138218" y="1563328"/>
            <a:ext cx="3667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"Route RT_13 has a 54% delay rate, which is unacceptable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2482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20E0FC-468D-4B07-E717-279416039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3.4 : Recommend potential routes for optimization.</a:t>
            </a:r>
            <a:endParaRPr lang="en-IN" sz="320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DF135A-7F5B-9A6D-1899-76A6D45A7C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0077" y="437513"/>
            <a:ext cx="5502614" cy="59543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1.I’d suggest we take a closer look at routes RT_13, RT_14, and RT_03 right away. From my analysis in Task 3.2, these routes have the worst time-to-distance efficiency, which is directly driving up operational costs.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2.I’d also recommend a high priority review of routes RT_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kumimoji="0" lang="en-US" altLang="en-US" sz="20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RT_14, and RT_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r>
              <a:rPr kumimoji="0" lang="en-US" altLang="en-US" sz="20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since Task 3.3 shows they have a very high delay rate in some cases, almost 100%. These consistent delays are hurting customer satisfaction in a big way.</a:t>
            </a:r>
          </a:p>
        </p:txBody>
      </p:sp>
    </p:spTree>
    <p:extLst>
      <p:ext uri="{BB962C8B-B14F-4D97-AF65-F5344CB8AC3E}">
        <p14:creationId xmlns:p14="http://schemas.microsoft.com/office/powerpoint/2010/main" val="2936963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CEBC0-394F-4D10-7BED-F7B909175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IN" sz="3200">
                <a:solidFill>
                  <a:srgbClr val="EBEBEB"/>
                </a:solidFill>
              </a:rPr>
              <a:t>Task 4: Warehouse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0F544-B6E0-1A30-BDBC-58976AB7F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Task 4.1 : Find the top 3 warehouses with the highest average processing time.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spot operational bottlenecks, I checked the Warehouses table to find the top three locations with the highest average processing times.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SELECT Warehouse_ID, Warehouse_Name, Average_Processing_Time_Min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FROM Warehouses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ORDER BY Average_Processing_Time_Min DESC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LIMIT 3;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949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C0795CC1-1E7D-A3CB-1E3D-85072254B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58" y="456785"/>
            <a:ext cx="8367252" cy="2237254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6654143-9C97-0460-81C1-8F6519D36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8939800"/>
              </p:ext>
            </p:extLst>
          </p:nvPr>
        </p:nvGraphicFramePr>
        <p:xfrm>
          <a:off x="462116" y="2590800"/>
          <a:ext cx="7266039" cy="31463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054592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7174A2-A8C1-957A-87BF-78AE6A2F0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4.2 : Calculate total vs. delayed shipments for each warehouse</a:t>
            </a:r>
            <a:endParaRPr lang="en-IN" sz="320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22E9B-8963-22C5-E68F-72A8D5AD6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 grouped the order data by warehouse to compare their total shipment volume with the number of delayed orders, using the corrected logic where a delay means Actual_Delivery_Date &gt; Expected_Delivery_Date.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SELECT Warehouse_ID, COUNT(Order_ID) AS total_shipments,</a:t>
            </a:r>
          </a:p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SUM(CASE WHEN Actual_Delivery_Date &gt; Expected_Delivery_Date THEN 1 ELSE 0 END) AS delayed_shipments</a:t>
            </a:r>
          </a:p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FROM Orders</a:t>
            </a:r>
          </a:p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GROUP BY Warehouse_ID;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5188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26CD6DF-E40F-4D39-BA46-5D099AC4C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7639AF-938A-1C04-E1D3-226E07FD7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998" y="643467"/>
            <a:ext cx="8380003" cy="4085251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848A24A-E17D-464F-99FB-EF7B8EC07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4928325"/>
            <a:ext cx="10905067" cy="1286209"/>
          </a:xfrm>
          <a:custGeom>
            <a:avLst/>
            <a:gdLst>
              <a:gd name="connsiteX0" fmla="*/ 5080191 w 10905067"/>
              <a:gd name="connsiteY0" fmla="*/ 0 h 1286209"/>
              <a:gd name="connsiteX1" fmla="*/ 5315140 w 10905067"/>
              <a:gd name="connsiteY1" fmla="*/ 1588 h 1286209"/>
              <a:gd name="connsiteX2" fmla="*/ 5546915 w 10905067"/>
              <a:gd name="connsiteY2" fmla="*/ 1588 h 1286209"/>
              <a:gd name="connsiteX3" fmla="*/ 5777103 w 10905067"/>
              <a:gd name="connsiteY3" fmla="*/ 4763 h 1286209"/>
              <a:gd name="connsiteX4" fmla="*/ 6002528 w 10905067"/>
              <a:gd name="connsiteY4" fmla="*/ 9525 h 1286209"/>
              <a:gd name="connsiteX5" fmla="*/ 6226365 w 10905067"/>
              <a:gd name="connsiteY5" fmla="*/ 14288 h 1286209"/>
              <a:gd name="connsiteX6" fmla="*/ 6445440 w 10905067"/>
              <a:gd name="connsiteY6" fmla="*/ 19050 h 1286209"/>
              <a:gd name="connsiteX7" fmla="*/ 6662928 w 10905067"/>
              <a:gd name="connsiteY7" fmla="*/ 26988 h 1286209"/>
              <a:gd name="connsiteX8" fmla="*/ 6877240 w 10905067"/>
              <a:gd name="connsiteY8" fmla="*/ 34925 h 1286209"/>
              <a:gd name="connsiteX9" fmla="*/ 7086790 w 10905067"/>
              <a:gd name="connsiteY9" fmla="*/ 42863 h 1286209"/>
              <a:gd name="connsiteX10" fmla="*/ 7496365 w 10905067"/>
              <a:gd name="connsiteY10" fmla="*/ 63500 h 1286209"/>
              <a:gd name="connsiteX11" fmla="*/ 7888478 w 10905067"/>
              <a:gd name="connsiteY11" fmla="*/ 85725 h 1286209"/>
              <a:gd name="connsiteX12" fmla="*/ 8264715 w 10905067"/>
              <a:gd name="connsiteY12" fmla="*/ 109538 h 1286209"/>
              <a:gd name="connsiteX13" fmla="*/ 8621902 w 10905067"/>
              <a:gd name="connsiteY13" fmla="*/ 134938 h 1286209"/>
              <a:gd name="connsiteX14" fmla="*/ 8961628 w 10905067"/>
              <a:gd name="connsiteY14" fmla="*/ 161925 h 1286209"/>
              <a:gd name="connsiteX15" fmla="*/ 9277540 w 10905067"/>
              <a:gd name="connsiteY15" fmla="*/ 190500 h 1286209"/>
              <a:gd name="connsiteX16" fmla="*/ 9574402 w 10905067"/>
              <a:gd name="connsiteY16" fmla="*/ 219075 h 1286209"/>
              <a:gd name="connsiteX17" fmla="*/ 9847452 w 10905067"/>
              <a:gd name="connsiteY17" fmla="*/ 247650 h 1286209"/>
              <a:gd name="connsiteX18" fmla="*/ 10098278 w 10905067"/>
              <a:gd name="connsiteY18" fmla="*/ 274638 h 1286209"/>
              <a:gd name="connsiteX19" fmla="*/ 10320528 w 10905067"/>
              <a:gd name="connsiteY19" fmla="*/ 300038 h 1286209"/>
              <a:gd name="connsiteX20" fmla="*/ 10520552 w 10905067"/>
              <a:gd name="connsiteY20" fmla="*/ 323850 h 1286209"/>
              <a:gd name="connsiteX21" fmla="*/ 10690415 w 10905067"/>
              <a:gd name="connsiteY21" fmla="*/ 344488 h 1286209"/>
              <a:gd name="connsiteX22" fmla="*/ 10831702 w 10905067"/>
              <a:gd name="connsiteY22" fmla="*/ 363538 h 1286209"/>
              <a:gd name="connsiteX23" fmla="*/ 10905067 w 10905067"/>
              <a:gd name="connsiteY23" fmla="*/ 373678 h 1286209"/>
              <a:gd name="connsiteX24" fmla="*/ 10905067 w 10905067"/>
              <a:gd name="connsiteY24" fmla="*/ 1286209 h 1286209"/>
              <a:gd name="connsiteX25" fmla="*/ 0 w 10905067"/>
              <a:gd name="connsiteY25" fmla="*/ 1286209 h 1286209"/>
              <a:gd name="connsiteX26" fmla="*/ 0 w 10905067"/>
              <a:gd name="connsiteY26" fmla="*/ 369898 h 1286209"/>
              <a:gd name="connsiteX27" fmla="*/ 71628 w 10905067"/>
              <a:gd name="connsiteY27" fmla="*/ 358775 h 1286209"/>
              <a:gd name="connsiteX28" fmla="*/ 327215 w 10905067"/>
              <a:gd name="connsiteY28" fmla="*/ 320675 h 1286209"/>
              <a:gd name="connsiteX29" fmla="*/ 582802 w 10905067"/>
              <a:gd name="connsiteY29" fmla="*/ 284163 h 1286209"/>
              <a:gd name="connsiteX30" fmla="*/ 839978 w 10905067"/>
              <a:gd name="connsiteY30" fmla="*/ 252413 h 1286209"/>
              <a:gd name="connsiteX31" fmla="*/ 1095565 w 10905067"/>
              <a:gd name="connsiteY31" fmla="*/ 220663 h 1286209"/>
              <a:gd name="connsiteX32" fmla="*/ 1352740 w 10905067"/>
              <a:gd name="connsiteY32" fmla="*/ 190500 h 1286209"/>
              <a:gd name="connsiteX33" fmla="*/ 1606740 w 10905067"/>
              <a:gd name="connsiteY33" fmla="*/ 165100 h 1286209"/>
              <a:gd name="connsiteX34" fmla="*/ 1863915 w 10905067"/>
              <a:gd name="connsiteY34" fmla="*/ 141288 h 1286209"/>
              <a:gd name="connsiteX35" fmla="*/ 2119502 w 10905067"/>
              <a:gd name="connsiteY35" fmla="*/ 119063 h 1286209"/>
              <a:gd name="connsiteX36" fmla="*/ 2371915 w 10905067"/>
              <a:gd name="connsiteY36" fmla="*/ 100013 h 1286209"/>
              <a:gd name="connsiteX37" fmla="*/ 2625915 w 10905067"/>
              <a:gd name="connsiteY37" fmla="*/ 80963 h 1286209"/>
              <a:gd name="connsiteX38" fmla="*/ 2878328 w 10905067"/>
              <a:gd name="connsiteY38" fmla="*/ 65088 h 1286209"/>
              <a:gd name="connsiteX39" fmla="*/ 3129153 w 10905067"/>
              <a:gd name="connsiteY39" fmla="*/ 52388 h 1286209"/>
              <a:gd name="connsiteX40" fmla="*/ 3379978 w 10905067"/>
              <a:gd name="connsiteY40" fmla="*/ 39688 h 1286209"/>
              <a:gd name="connsiteX41" fmla="*/ 3627628 w 10905067"/>
              <a:gd name="connsiteY41" fmla="*/ 28575 h 1286209"/>
              <a:gd name="connsiteX42" fmla="*/ 3873690 w 10905067"/>
              <a:gd name="connsiteY42" fmla="*/ 20638 h 1286209"/>
              <a:gd name="connsiteX43" fmla="*/ 4119754 w 10905067"/>
              <a:gd name="connsiteY43" fmla="*/ 14288 h 1286209"/>
              <a:gd name="connsiteX44" fmla="*/ 4362640 w 10905067"/>
              <a:gd name="connsiteY44" fmla="*/ 7938 h 1286209"/>
              <a:gd name="connsiteX45" fmla="*/ 4603941 w 10905067"/>
              <a:gd name="connsiteY45" fmla="*/ 4763 h 1286209"/>
              <a:gd name="connsiteX46" fmla="*/ 4843653 w 10905067"/>
              <a:gd name="connsiteY46" fmla="*/ 1588 h 1286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0905067" h="1286209">
                <a:moveTo>
                  <a:pt x="5080191" y="0"/>
                </a:moveTo>
                <a:lnTo>
                  <a:pt x="5315140" y="1588"/>
                </a:lnTo>
                <a:lnTo>
                  <a:pt x="5546915" y="1588"/>
                </a:lnTo>
                <a:lnTo>
                  <a:pt x="5777103" y="4763"/>
                </a:lnTo>
                <a:lnTo>
                  <a:pt x="6002528" y="9525"/>
                </a:lnTo>
                <a:lnTo>
                  <a:pt x="6226365" y="14288"/>
                </a:lnTo>
                <a:lnTo>
                  <a:pt x="6445440" y="19050"/>
                </a:lnTo>
                <a:lnTo>
                  <a:pt x="6662928" y="26988"/>
                </a:lnTo>
                <a:lnTo>
                  <a:pt x="6877240" y="34925"/>
                </a:lnTo>
                <a:lnTo>
                  <a:pt x="7086790" y="42863"/>
                </a:lnTo>
                <a:lnTo>
                  <a:pt x="7496365" y="63500"/>
                </a:lnTo>
                <a:lnTo>
                  <a:pt x="7888478" y="85725"/>
                </a:lnTo>
                <a:lnTo>
                  <a:pt x="8264715" y="109538"/>
                </a:lnTo>
                <a:lnTo>
                  <a:pt x="8621902" y="134938"/>
                </a:lnTo>
                <a:lnTo>
                  <a:pt x="8961628" y="161925"/>
                </a:lnTo>
                <a:lnTo>
                  <a:pt x="9277540" y="190500"/>
                </a:lnTo>
                <a:lnTo>
                  <a:pt x="9574402" y="219075"/>
                </a:lnTo>
                <a:lnTo>
                  <a:pt x="9847452" y="247650"/>
                </a:lnTo>
                <a:lnTo>
                  <a:pt x="10098278" y="274638"/>
                </a:lnTo>
                <a:lnTo>
                  <a:pt x="10320528" y="300038"/>
                </a:lnTo>
                <a:lnTo>
                  <a:pt x="10520552" y="323850"/>
                </a:lnTo>
                <a:lnTo>
                  <a:pt x="10690415" y="344488"/>
                </a:lnTo>
                <a:lnTo>
                  <a:pt x="10831702" y="363538"/>
                </a:lnTo>
                <a:lnTo>
                  <a:pt x="10905067" y="373678"/>
                </a:lnTo>
                <a:lnTo>
                  <a:pt x="10905067" y="1286209"/>
                </a:lnTo>
                <a:lnTo>
                  <a:pt x="0" y="1286209"/>
                </a:lnTo>
                <a:lnTo>
                  <a:pt x="0" y="369898"/>
                </a:lnTo>
                <a:lnTo>
                  <a:pt x="71628" y="358775"/>
                </a:lnTo>
                <a:lnTo>
                  <a:pt x="327215" y="320675"/>
                </a:lnTo>
                <a:lnTo>
                  <a:pt x="582802" y="284163"/>
                </a:lnTo>
                <a:lnTo>
                  <a:pt x="839978" y="252413"/>
                </a:lnTo>
                <a:lnTo>
                  <a:pt x="1095565" y="220663"/>
                </a:lnTo>
                <a:lnTo>
                  <a:pt x="1352740" y="190500"/>
                </a:lnTo>
                <a:lnTo>
                  <a:pt x="1606740" y="165100"/>
                </a:lnTo>
                <a:lnTo>
                  <a:pt x="1863915" y="141288"/>
                </a:lnTo>
                <a:lnTo>
                  <a:pt x="2119502" y="119063"/>
                </a:lnTo>
                <a:lnTo>
                  <a:pt x="2371915" y="100013"/>
                </a:lnTo>
                <a:lnTo>
                  <a:pt x="2625915" y="80963"/>
                </a:lnTo>
                <a:lnTo>
                  <a:pt x="2878328" y="65088"/>
                </a:lnTo>
                <a:lnTo>
                  <a:pt x="3129153" y="52388"/>
                </a:lnTo>
                <a:lnTo>
                  <a:pt x="3379978" y="39688"/>
                </a:lnTo>
                <a:lnTo>
                  <a:pt x="3627628" y="28575"/>
                </a:lnTo>
                <a:lnTo>
                  <a:pt x="3873690" y="20638"/>
                </a:lnTo>
                <a:lnTo>
                  <a:pt x="4119754" y="14288"/>
                </a:lnTo>
                <a:lnTo>
                  <a:pt x="4362640" y="7938"/>
                </a:lnTo>
                <a:lnTo>
                  <a:pt x="4603941" y="4763"/>
                </a:lnTo>
                <a:lnTo>
                  <a:pt x="4843653" y="158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D3DDA28-7B69-422D-9888-25C7BC97B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0371525">
            <a:off x="264773" y="4915968"/>
            <a:ext cx="3039999" cy="440926"/>
          </a:xfrm>
          <a:custGeom>
            <a:avLst/>
            <a:gdLst>
              <a:gd name="connsiteX0" fmla="*/ 0 w 3039999"/>
              <a:gd name="connsiteY0" fmla="*/ 155844 h 440926"/>
              <a:gd name="connsiteX1" fmla="*/ 6524 w 3039999"/>
              <a:gd name="connsiteY1" fmla="*/ 156086 h 440926"/>
              <a:gd name="connsiteX2" fmla="*/ 98577 w 3039999"/>
              <a:gd name="connsiteY2" fmla="*/ 159586 h 440926"/>
              <a:gd name="connsiteX3" fmla="*/ 191951 w 3039999"/>
              <a:gd name="connsiteY3" fmla="*/ 162919 h 440926"/>
              <a:gd name="connsiteX4" fmla="*/ 285984 w 3039999"/>
              <a:gd name="connsiteY4" fmla="*/ 165003 h 440926"/>
              <a:gd name="connsiteX5" fmla="*/ 381667 w 3039999"/>
              <a:gd name="connsiteY5" fmla="*/ 167003 h 440926"/>
              <a:gd name="connsiteX6" fmla="*/ 478999 w 3039999"/>
              <a:gd name="connsiteY6" fmla="*/ 169086 h 440926"/>
              <a:gd name="connsiteX7" fmla="*/ 577652 w 3039999"/>
              <a:gd name="connsiteY7" fmla="*/ 170503 h 440926"/>
              <a:gd name="connsiteX8" fmla="*/ 677293 w 3039999"/>
              <a:gd name="connsiteY8" fmla="*/ 170503 h 440926"/>
              <a:gd name="connsiteX9" fmla="*/ 778255 w 3039999"/>
              <a:gd name="connsiteY9" fmla="*/ 171086 h 440926"/>
              <a:gd name="connsiteX10" fmla="*/ 880207 w 3039999"/>
              <a:gd name="connsiteY10" fmla="*/ 170503 h 440926"/>
              <a:gd name="connsiteX11" fmla="*/ 983149 w 3039999"/>
              <a:gd name="connsiteY11" fmla="*/ 169086 h 440926"/>
              <a:gd name="connsiteX12" fmla="*/ 1086420 w 3039999"/>
              <a:gd name="connsiteY12" fmla="*/ 167753 h 440926"/>
              <a:gd name="connsiteX13" fmla="*/ 1191011 w 3039999"/>
              <a:gd name="connsiteY13" fmla="*/ 165003 h 440926"/>
              <a:gd name="connsiteX14" fmla="*/ 1296922 w 3039999"/>
              <a:gd name="connsiteY14" fmla="*/ 162336 h 440926"/>
              <a:gd name="connsiteX15" fmla="*/ 1402173 w 3039999"/>
              <a:gd name="connsiteY15" fmla="*/ 158836 h 440926"/>
              <a:gd name="connsiteX16" fmla="*/ 1508744 w 3039999"/>
              <a:gd name="connsiteY16" fmla="*/ 154169 h 440926"/>
              <a:gd name="connsiteX17" fmla="*/ 1616635 w 3039999"/>
              <a:gd name="connsiteY17" fmla="*/ 148669 h 440926"/>
              <a:gd name="connsiteX18" fmla="*/ 1724525 w 3039999"/>
              <a:gd name="connsiteY18" fmla="*/ 143252 h 440926"/>
              <a:gd name="connsiteX19" fmla="*/ 1832416 w 3039999"/>
              <a:gd name="connsiteY19" fmla="*/ 136335 h 440926"/>
              <a:gd name="connsiteX20" fmla="*/ 1942286 w 3039999"/>
              <a:gd name="connsiteY20" fmla="*/ 128169 h 440926"/>
              <a:gd name="connsiteX21" fmla="*/ 2050177 w 3039999"/>
              <a:gd name="connsiteY21" fmla="*/ 120002 h 440926"/>
              <a:gd name="connsiteX22" fmla="*/ 2160047 w 3039999"/>
              <a:gd name="connsiteY22" fmla="*/ 110419 h 440926"/>
              <a:gd name="connsiteX23" fmla="*/ 2270907 w 3039999"/>
              <a:gd name="connsiteY23" fmla="*/ 100168 h 440926"/>
              <a:gd name="connsiteX24" fmla="*/ 2379788 w 3039999"/>
              <a:gd name="connsiteY24" fmla="*/ 89251 h 440926"/>
              <a:gd name="connsiteX25" fmla="*/ 2489988 w 3039999"/>
              <a:gd name="connsiteY25" fmla="*/ 76418 h 440926"/>
              <a:gd name="connsiteX26" fmla="*/ 2600188 w 3039999"/>
              <a:gd name="connsiteY26" fmla="*/ 62751 h 440926"/>
              <a:gd name="connsiteX27" fmla="*/ 2710388 w 3039999"/>
              <a:gd name="connsiteY27" fmla="*/ 49168 h 440926"/>
              <a:gd name="connsiteX28" fmla="*/ 2820258 w 3039999"/>
              <a:gd name="connsiteY28" fmla="*/ 33334 h 440926"/>
              <a:gd name="connsiteX29" fmla="*/ 2930129 w 3039999"/>
              <a:gd name="connsiteY29" fmla="*/ 17000 h 440926"/>
              <a:gd name="connsiteX30" fmla="*/ 3039999 w 3039999"/>
              <a:gd name="connsiteY30" fmla="*/ 0 h 440926"/>
              <a:gd name="connsiteX31" fmla="*/ 3026141 w 3039999"/>
              <a:gd name="connsiteY31" fmla="*/ 440924 h 440926"/>
              <a:gd name="connsiteX32" fmla="*/ 2677942 w 3039999"/>
              <a:gd name="connsiteY32" fmla="*/ 435925 h 440926"/>
              <a:gd name="connsiteX33" fmla="*/ 2643381 w 3039999"/>
              <a:gd name="connsiteY33" fmla="*/ 434739 h 440926"/>
              <a:gd name="connsiteX34" fmla="*/ 2673098 w 3039999"/>
              <a:gd name="connsiteY34" fmla="*/ 197552 h 440926"/>
              <a:gd name="connsiteX35" fmla="*/ 2600644 w 3039999"/>
              <a:gd name="connsiteY35" fmla="*/ 199684 h 440926"/>
              <a:gd name="connsiteX36" fmla="*/ 2342303 w 3039999"/>
              <a:gd name="connsiteY36" fmla="*/ 205715 h 440926"/>
              <a:gd name="connsiteX37" fmla="*/ 2084160 w 3039999"/>
              <a:gd name="connsiteY37" fmla="*/ 210171 h 440926"/>
              <a:gd name="connsiteX38" fmla="*/ 1825032 w 3039999"/>
              <a:gd name="connsiteY38" fmla="*/ 209703 h 440926"/>
              <a:gd name="connsiteX39" fmla="*/ 1567480 w 3039999"/>
              <a:gd name="connsiteY39" fmla="*/ 209433 h 440926"/>
              <a:gd name="connsiteX40" fmla="*/ 1308551 w 3039999"/>
              <a:gd name="connsiteY40" fmla="*/ 207391 h 440926"/>
              <a:gd name="connsiteX41" fmla="*/ 1053363 w 3039999"/>
              <a:gd name="connsiteY41" fmla="*/ 201018 h 440926"/>
              <a:gd name="connsiteX42" fmla="*/ 795223 w 3039999"/>
              <a:gd name="connsiteY42" fmla="*/ 192674 h 440926"/>
              <a:gd name="connsiteX43" fmla="*/ 538856 w 3039999"/>
              <a:gd name="connsiteY43" fmla="*/ 182954 h 440926"/>
              <a:gd name="connsiteX44" fmla="*/ 286033 w 3039999"/>
              <a:gd name="connsiteY44" fmla="*/ 170477 h 440926"/>
              <a:gd name="connsiteX45" fmla="*/ 31635 w 3039999"/>
              <a:gd name="connsiteY45" fmla="*/ 157803 h 440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039999" h="440926">
                <a:moveTo>
                  <a:pt x="0" y="155844"/>
                </a:moveTo>
                <a:lnTo>
                  <a:pt x="6524" y="156086"/>
                </a:lnTo>
                <a:lnTo>
                  <a:pt x="98577" y="159586"/>
                </a:lnTo>
                <a:lnTo>
                  <a:pt x="191951" y="162919"/>
                </a:lnTo>
                <a:lnTo>
                  <a:pt x="285984" y="165003"/>
                </a:lnTo>
                <a:lnTo>
                  <a:pt x="381667" y="167003"/>
                </a:lnTo>
                <a:lnTo>
                  <a:pt x="478999" y="169086"/>
                </a:lnTo>
                <a:lnTo>
                  <a:pt x="577652" y="170503"/>
                </a:lnTo>
                <a:lnTo>
                  <a:pt x="677293" y="170503"/>
                </a:lnTo>
                <a:lnTo>
                  <a:pt x="778255" y="171086"/>
                </a:lnTo>
                <a:lnTo>
                  <a:pt x="880207" y="170503"/>
                </a:lnTo>
                <a:lnTo>
                  <a:pt x="983149" y="169086"/>
                </a:lnTo>
                <a:lnTo>
                  <a:pt x="1086420" y="167753"/>
                </a:lnTo>
                <a:lnTo>
                  <a:pt x="1191011" y="165003"/>
                </a:lnTo>
                <a:lnTo>
                  <a:pt x="1296922" y="162336"/>
                </a:lnTo>
                <a:lnTo>
                  <a:pt x="1402173" y="158836"/>
                </a:lnTo>
                <a:lnTo>
                  <a:pt x="1508744" y="154169"/>
                </a:lnTo>
                <a:lnTo>
                  <a:pt x="1616635" y="148669"/>
                </a:lnTo>
                <a:lnTo>
                  <a:pt x="1724525" y="143252"/>
                </a:lnTo>
                <a:lnTo>
                  <a:pt x="1832416" y="136335"/>
                </a:lnTo>
                <a:lnTo>
                  <a:pt x="1942286" y="128169"/>
                </a:lnTo>
                <a:lnTo>
                  <a:pt x="2050177" y="120002"/>
                </a:lnTo>
                <a:lnTo>
                  <a:pt x="2160047" y="110419"/>
                </a:lnTo>
                <a:lnTo>
                  <a:pt x="2270907" y="100168"/>
                </a:lnTo>
                <a:lnTo>
                  <a:pt x="2379788" y="89251"/>
                </a:lnTo>
                <a:lnTo>
                  <a:pt x="2489988" y="76418"/>
                </a:lnTo>
                <a:lnTo>
                  <a:pt x="2600188" y="62751"/>
                </a:lnTo>
                <a:lnTo>
                  <a:pt x="2710388" y="49168"/>
                </a:lnTo>
                <a:lnTo>
                  <a:pt x="2820258" y="33334"/>
                </a:lnTo>
                <a:lnTo>
                  <a:pt x="2930129" y="17000"/>
                </a:lnTo>
                <a:lnTo>
                  <a:pt x="3039999" y="0"/>
                </a:lnTo>
                <a:cubicBezTo>
                  <a:pt x="3029771" y="277755"/>
                  <a:pt x="3036370" y="163169"/>
                  <a:pt x="3026141" y="440924"/>
                </a:cubicBezTo>
                <a:cubicBezTo>
                  <a:pt x="2925757" y="440997"/>
                  <a:pt x="2808081" y="439255"/>
                  <a:pt x="2677942" y="435925"/>
                </a:cubicBezTo>
                <a:lnTo>
                  <a:pt x="2643381" y="434739"/>
                </a:lnTo>
                <a:lnTo>
                  <a:pt x="2673098" y="197552"/>
                </a:lnTo>
                <a:lnTo>
                  <a:pt x="2600644" y="199684"/>
                </a:lnTo>
                <a:lnTo>
                  <a:pt x="2342303" y="205715"/>
                </a:lnTo>
                <a:lnTo>
                  <a:pt x="2084160" y="210171"/>
                </a:lnTo>
                <a:lnTo>
                  <a:pt x="1825032" y="209703"/>
                </a:lnTo>
                <a:lnTo>
                  <a:pt x="1567480" y="209433"/>
                </a:lnTo>
                <a:lnTo>
                  <a:pt x="1308551" y="207391"/>
                </a:lnTo>
                <a:lnTo>
                  <a:pt x="1053363" y="201018"/>
                </a:lnTo>
                <a:lnTo>
                  <a:pt x="795223" y="192674"/>
                </a:lnTo>
                <a:lnTo>
                  <a:pt x="538856" y="182954"/>
                </a:lnTo>
                <a:lnTo>
                  <a:pt x="286033" y="170477"/>
                </a:lnTo>
                <a:lnTo>
                  <a:pt x="31635" y="157803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4139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4A1668-35CF-1552-30E6-B71DCEC8E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4.3 : Use CTEs to find bottleneck warehouses where processing time &gt; global average. </a:t>
            </a:r>
            <a:endParaRPr lang="en-IN" sz="320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AD82C-470B-264B-2B41-B6FBC985C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 used a Common Table Expression (CTE) to calculate the overall average processing time across all warehouses, and then filtered out the ones that are performing slower than this global average.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WITH GlobalAvg AS (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SELECT AVG(Average_Processing_Time_Min) AS global_avg_time FROM Warehouses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SELECT w.Warehouse_ID, w.Average_Processing_Time_Min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FROM Warehouses w, GlobalAvg ga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WHERE w.Average_Processing_Time_Min &gt; ga.global_avg_time;</a:t>
            </a:r>
          </a:p>
          <a:p>
            <a:pPr marL="0" indent="0">
              <a:buNone/>
            </a:pP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7148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DA34B8A-FA8D-4E16-AD72-7B60B1C25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85D229-60DD-4D71-8181-10E781C149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B0DAA45-BE66-4F0C-93A6-519D94107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F449A3D-A43B-4688-BD89-35734D007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4E9975C-AF3D-48EF-B3F0-112A01A38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F00A076-2FEA-40D1-8F85-842481797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2E68741-6133-4CAA-BF3C-F0E6CF40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76C01C64-4A8B-42FC-93C5-2D6A3EBAB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D969AEA9-C1EE-45E1-9964-D9705492E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4845E67D-4E5B-44B3-AB74-5E95C839E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79CE317-680B-449C-A423-71C1FE06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F97ADF-A5C3-6689-A6F9-6AC8944A82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607" y="1671329"/>
            <a:ext cx="6391533" cy="3515342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0E683-3F18-3ECF-1C76-FEEA3D4AF84D}"/>
              </a:ext>
            </a:extLst>
          </p:cNvPr>
          <p:cNvSpPr txBox="1"/>
          <p:nvPr/>
        </p:nvSpPr>
        <p:spPr>
          <a:xfrm>
            <a:off x="1154955" y="2120900"/>
            <a:ext cx="3133726" cy="3898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Result : This query makes it clear which warehouses are slowing down the entire network.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8603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F90030-FDFF-73FD-8D6E-138D131F2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4.4 : Rank warehouses based on on-time delivery percentage.</a:t>
            </a:r>
            <a:endParaRPr lang="en-IN" sz="320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4ED38-5994-527E-3CB0-972BD3516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 calculated the on-time percentage for every warehouse and ranked them.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SELECT Warehouse_ID,</a:t>
            </a:r>
          </a:p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AVG(CASE WHEN ... END) * 100 AS on_time_percentage,</a:t>
            </a:r>
          </a:p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RANK() OVER (ORDER BY AVG(CASE WHEN ... END) DESC) AS warehouse_rank</a:t>
            </a:r>
          </a:p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FROM Orders</a:t>
            </a:r>
          </a:p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GROUP BY Warehouse_ID;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7574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83E4FFF3-23E4-7A17-742C-35EA98FEF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83" y="174098"/>
            <a:ext cx="7706941" cy="2667425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54AE023-A2F5-FB10-A756-BE3B7DC3AB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1460372"/>
              </p:ext>
            </p:extLst>
          </p:nvPr>
        </p:nvGraphicFramePr>
        <p:xfrm>
          <a:off x="455560" y="3124200"/>
          <a:ext cx="6908801" cy="31487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4CB9315-31DA-CEBB-86C8-162B2F6A8718}"/>
              </a:ext>
            </a:extLst>
          </p:cNvPr>
          <p:cNvSpPr txBox="1"/>
          <p:nvPr/>
        </p:nvSpPr>
        <p:spPr>
          <a:xfrm>
            <a:off x="7993624" y="3626069"/>
            <a:ext cx="31901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: I recommend investigating WH_10 and WH_03 immediately, as they are failing to meet delivery promises over 35% of the time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1175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686C01-E937-3DB6-EFBA-9F351D668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5: Delivery Agent Performance</a:t>
            </a:r>
            <a:endParaRPr lang="en-IN" sz="320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093A3C8-5BFA-2E0A-EBA8-0A6B42B63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Task 5.1 : Rank agents (per route) by on-time delivery percentage</a:t>
            </a:r>
          </a:p>
          <a:p>
            <a:pPr marL="0" indent="0">
              <a:buNone/>
            </a:pP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get a more detailed view of performance, I used the RANK() window function to compare agents only with others who work on the same route</a:t>
            </a:r>
            <a:r>
              <a:rPr lang="en-US" sz="2000"/>
              <a:t>.</a:t>
            </a:r>
          </a:p>
          <a:p>
            <a:pPr marL="0" indent="0">
              <a:buNone/>
            </a:pP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7480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8BD36672-2755-8092-5308-FF68075A9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85" y="3925554"/>
            <a:ext cx="5629198" cy="26470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237645-1F46-2D0A-499B-079F6E80F0E7}"/>
              </a:ext>
            </a:extLst>
          </p:cNvPr>
          <p:cNvSpPr txBox="1"/>
          <p:nvPr/>
        </p:nvSpPr>
        <p:spPr>
          <a:xfrm>
            <a:off x="403122" y="511278"/>
            <a:ext cx="603069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o.Agent_ID, d.Agent_Name, o.Route_ID,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AVG(CASE WHEN ... END) * 100 AS on_time_percentage,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RANK() OVER (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    PARTITION BY o.Route_ID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    ORDER BY AVG(CASE WHEN ... END) DESC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) AS agent_rank_on_route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FROM Orders o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JOIN DeliveryAgents d ON o.Agent_ID = d.Agent_ID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GROUP BY o.Agent_ID, d.Agent_Name, o.Route_ID;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375DD-2E09-8F82-9A3E-6D92F60887C7}"/>
              </a:ext>
            </a:extLst>
          </p:cNvPr>
          <p:cNvSpPr txBox="1"/>
          <p:nvPr/>
        </p:nvSpPr>
        <p:spPr>
          <a:xfrm>
            <a:off x="6784258" y="4070555"/>
            <a:ext cx="51431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: This query (as shown in the screenshot) helps managers easily see who the top-performing agent is on each route — for example, who ranks #1 on RT_01 versus RT_02. It’s a useful tool for conducting fair and accurate performance reviews.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5420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29C738-D14F-76BB-68E1-418EE0001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5.2 : Find agents with on-time % &lt; 80%.</a:t>
            </a:r>
            <a:endParaRPr lang="en-IN" sz="320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AF264-99DE-BBEC-FE14-5016AC5F4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6478588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 ran a query to identify all agents whose overall on-time delivery rate (across all their orders) fell below the 80% benchmark.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o.Agent_ID, d.Agent_Name,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AVG(CASE WHEN ... END) * 100 AS on_time_percentage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FROM Orders o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JOIN DeliveryAgents d ON o.Agent_ID = d.Agent_ID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GROUP BY o.Agent_ID, d.Agent_Name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HAVING on_time_percentage &lt; 80;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0746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9CCEEE-62CF-CC69-EDC0-020F51927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38" y="331402"/>
            <a:ext cx="5934903" cy="29817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DA1FBF-75A4-5DDF-6C91-A79E8EBC96B4}"/>
              </a:ext>
            </a:extLst>
          </p:cNvPr>
          <p:cNvSpPr txBox="1"/>
          <p:nvPr/>
        </p:nvSpPr>
        <p:spPr>
          <a:xfrm>
            <a:off x="491613" y="4178710"/>
            <a:ext cx="113453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 :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query gives us a clear list of agents who might need extra training or better workload balancing. It’s the first step toward creating a focused support plan for them.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1254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D0512-D4D5-3EAB-E077-52FE92728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5.3 : Compare average speed of top 5 vs bottom 5 agents using subqueries</a:t>
            </a:r>
            <a:endParaRPr lang="en-IN" sz="320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7D753-EA9C-B899-8A6F-F1E67D839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check whether speed is linked to performance, I used subqueries to compare the average speed of the top 5 most efficient agents with the bottom 5 agents.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(SELECT 'Top 5 Agents' AS category, AVG(Avg_Speed_KMPH) AS avg_speed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FROM (SELECT * FROM DeliveryAgents ORDER BY ... DESC LIMIT 5) AS top_agents)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UNION ALL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(SELECT 'Bottom 5 Agents' AS category, AVG(Avg_Speed_KMPH) AS avg_speed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FROM (SELECT * FROM DeliveryAgents ORDER BY ... ASC LIMIT 5) AS bottom_agents);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9853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50E9F472-E7CB-4A81-47DD-A80B5C2DA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59" y="390102"/>
            <a:ext cx="7436903" cy="2252614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0CFF075-FF3D-5E1D-5058-4C820213E0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452072"/>
              </p:ext>
            </p:extLst>
          </p:nvPr>
        </p:nvGraphicFramePr>
        <p:xfrm>
          <a:off x="580103" y="2261419"/>
          <a:ext cx="5899355" cy="3876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F310504-D24E-0135-2944-CCD0133A5CF7}"/>
              </a:ext>
            </a:extLst>
          </p:cNvPr>
          <p:cNvSpPr txBox="1"/>
          <p:nvPr/>
        </p:nvSpPr>
        <p:spPr>
          <a:xfrm>
            <a:off x="6567948" y="1553497"/>
            <a:ext cx="44418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Surprisingly, the low performing agents are driving </a:t>
            </a:r>
            <a:r>
              <a:rPr 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(46 km/h) than the top agents (44 km/h). This suggests they are rushing and making errors, rather than being too slow."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5399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90CF0F-8684-92EF-6A68-3F4B83A33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5.4 : Suggest training or workload balancing strategies for low performers</a:t>
            </a:r>
            <a:endParaRPr lang="en-IN" sz="320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1B82B3-49B2-3352-5136-767E00C7EE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0077" y="437513"/>
            <a:ext cx="5502614" cy="59543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1.For the agents who came under the 80% on time mark in Task 5.2, I think they should be the first ones we focus on for targeted training  especially around delivery protocols and route handling.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2.Balancing Strategies for low Performers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3.If the data shows that the low performers are actually moving very fast (from Task 5.3), it probably means they’re rushing and making mistakes.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3.But if their speed is low, then the issue might be that their routes are too difficult or their workload needs rebalancing.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6246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CE35E-CD52-C5C6-4534-900036533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Task 6: Shipment Tracking Analytics 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83B3E-D997-E2D4-BCD0-BBC3618DE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2" y="2603500"/>
            <a:ext cx="11120284" cy="3416300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6.1 </a:t>
            </a:r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For each order, list the last checkpoint and time.</a:t>
            </a:r>
          </a:p>
          <a:p>
            <a:pPr marL="0" indent="0">
              <a:buNone/>
            </a:pP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get the most recent status for each order, I used the ROW_NUMBER() window function.</a:t>
            </a: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helped me pick out the latest checkpoint time for every Order_ID.</a:t>
            </a:r>
          </a:p>
          <a:p>
            <a:pPr marL="0" indent="0">
              <a:buNone/>
            </a:pPr>
            <a:endParaRPr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3333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936A37-B8C8-F5D4-5563-A182F79D6978}"/>
              </a:ext>
            </a:extLst>
          </p:cNvPr>
          <p:cNvSpPr txBox="1"/>
          <p:nvPr/>
        </p:nvSpPr>
        <p:spPr>
          <a:xfrm>
            <a:off x="363794" y="747252"/>
            <a:ext cx="4393447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WITH RankedCheckpoints AS (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SELECT 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*,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ROW_NUMBER() OVER (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PARTITION BY Order_ID 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ORDER BY Checkpoint_Time DESC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) AS row_num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FROM 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ShipmentTracking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Order_ID,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Checkpoint,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Checkpoint_Time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RankedCheckpoints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row_num = 1;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08478B6D-F75E-9A87-6699-062957F67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241" y="184495"/>
            <a:ext cx="5552368" cy="27912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D4F1DC-1DAC-3CD6-4C16-1FF501DBA2AC}"/>
              </a:ext>
            </a:extLst>
          </p:cNvPr>
          <p:cNvSpPr txBox="1"/>
          <p:nvPr/>
        </p:nvSpPr>
        <p:spPr>
          <a:xfrm>
            <a:off x="4129549" y="3982065"/>
            <a:ext cx="6853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query gives us the latest and most accurate status for every order, which is extremely important for customer service and for answering any “where is my order?” questions.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8068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E560D2-7109-55AC-45D7-B084BFD97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6.2 : Find the most common delay reasons (excluding None).</a:t>
            </a:r>
            <a:endParaRPr lang="en-IN" sz="320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D7363-1CD1-7B8C-7E13-F9E325A2F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what’s causing delays, I grouped and counted all the delay reasons (except “None”) to see which issues came up the most</a:t>
            </a:r>
          </a:p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Delay_Reason,</a:t>
            </a:r>
          </a:p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COUNT(*) AS reason_count</a:t>
            </a:r>
          </a:p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</a:p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ShipmentTracking</a:t>
            </a:r>
          </a:p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</a:p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Delay_Reason != 'None' </a:t>
            </a:r>
          </a:p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</a:p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Delay_Reason</a:t>
            </a:r>
          </a:p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</a:p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reason_count DESC;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8307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FD455023-FA46-0CAE-7C65-D11F820E2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44" y="381572"/>
            <a:ext cx="5982535" cy="2391125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22BB7C0-BF40-F34B-CD65-B822111960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6552567"/>
              </p:ext>
            </p:extLst>
          </p:nvPr>
        </p:nvGraphicFramePr>
        <p:xfrm>
          <a:off x="548344" y="2772697"/>
          <a:ext cx="4485772" cy="33656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AFD03F4-9355-9471-564B-CDC772787F54}"/>
              </a:ext>
            </a:extLst>
          </p:cNvPr>
          <p:cNvSpPr txBox="1"/>
          <p:nvPr/>
        </p:nvSpPr>
        <p:spPr>
          <a:xfrm>
            <a:off x="5427406" y="3244646"/>
            <a:ext cx="64296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From my analysis, Traffic is the number one cause of delays, with a total of 387 delay cases. This clearly shows that investing in better routing and traffic aware planning could make a big impact and significantly improve overall delivery performance.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0614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2349-7354-D2EC-4AF7-7E8EDD45B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6.3 : Identify orders with &gt;2 delayed checkpoints</a:t>
            </a:r>
            <a:endParaRPr lang="en-IN" sz="320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F47EF-A8D8-6FE5-48EA-34F0A150B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6" y="437513"/>
            <a:ext cx="6113647" cy="5954325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I ran a query to pull out a high priority list of orders that had more than two separate delay incidents during their journey. This helps us quickly spot the orders that need the most attention.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Order_ID,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COUNT(*) AS total_delayed_checkpoints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ShipmentTracking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Delay_Reason != 'None'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Order_ID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HAVING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total_delayed_checkpoints &gt; 2; </a:t>
            </a:r>
          </a:p>
          <a:p>
            <a:pPr marL="0" indent="0">
              <a:lnSpc>
                <a:spcPct val="90000"/>
              </a:lnSpc>
              <a:buNone/>
            </a:pPr>
            <a:endParaRPr lang="en-IN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9399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811248A6-1DF8-F647-C36B-DA3A8FBA9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55" y="504629"/>
            <a:ext cx="5811061" cy="28007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89657D-B966-E390-4DFD-69A6831C78F0}"/>
              </a:ext>
            </a:extLst>
          </p:cNvPr>
          <p:cNvSpPr txBox="1"/>
          <p:nvPr/>
        </p:nvSpPr>
        <p:spPr>
          <a:xfrm>
            <a:off x="383458" y="4306529"/>
            <a:ext cx="109711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query gives me a clear list of the most “unlucky” orders  the ones that ran into multiple delays. I can share this list with the customer service team so they can proactively reach out with apologies or offer store credit to rebuild customer trust.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8191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BB66E-F854-ED02-5947-22DCD29E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7: Advanced KPI Reporting </a:t>
            </a:r>
            <a:endParaRPr lang="en-IN" sz="320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6DD01-A462-C6EA-0EAE-7DF7B5B7D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6386916" cy="5954325"/>
          </a:xfrm>
        </p:spPr>
        <p:txBody>
          <a:bodyPr anchor="ctr">
            <a:normAutofit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Task 7.1 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: Calculate KPIs using SQL queries: Average Delivery Delay per Region (Start_Location). 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To figure out which regions are the slowest, I joined the Orders and Routes tables and calculated the average delivery delay for each Start_Location (region).</a:t>
            </a:r>
            <a:endParaRPr lang="en-IN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r.Start_Location AS Region,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AVG(DATEDIFF(o.Actual_Delivery_Date, o.Order_Date)) AS avg_delivery_delay_days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Orders o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JOIN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Routes r ON o.Route_ID = r.Route_ID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r.Start_Location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ORDER BY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    avg_delivery_delay_days DESC;</a:t>
            </a:r>
          </a:p>
        </p:txBody>
      </p:sp>
    </p:spTree>
    <p:extLst>
      <p:ext uri="{BB962C8B-B14F-4D97-AF65-F5344CB8AC3E}">
        <p14:creationId xmlns:p14="http://schemas.microsoft.com/office/powerpoint/2010/main" val="676663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068855-404B-45DB-CF75-691AC0CA3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27" y="370690"/>
            <a:ext cx="5868219" cy="2810267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BECCE12-BAA0-59C2-8ACF-5B12003EFF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6824733"/>
              </p:ext>
            </p:extLst>
          </p:nvPr>
        </p:nvGraphicFramePr>
        <p:xfrm>
          <a:off x="678426" y="2998839"/>
          <a:ext cx="6105832" cy="31394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608958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E0A259-4ECF-E857-8069-0DB1368A5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7.2 : On-Time Delivery % = (Total On-Time Deliveries / Total Deliveries) * 100.</a:t>
            </a:r>
            <a:endParaRPr lang="en-IN" sz="320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477C4-E91A-C452-FDE6-7307D9319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616" y="501510"/>
            <a:ext cx="6397426" cy="5954325"/>
          </a:xfrm>
        </p:spPr>
        <p:txBody>
          <a:bodyPr anchor="ctr">
            <a:normAutofit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 calculated one of the most important KPIs: the company’s overall on-time delivery percentage, using our improved logic where an order is on time if the Actual_Delivery_Date is on or before the Expected_Delivery_Date.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AVG(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 CASE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WHEN Actual_Delivery_Date &lt;= Expected_Delivery_Date THEN 1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ELSE 0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 END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) * 100 AS global_on_time_delivery_percentage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Orders;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4630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3E47CE-0076-76AC-E860-B2DA5FEF5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40" y="361603"/>
            <a:ext cx="6106377" cy="2772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3DE922-4DCD-4057-342B-AA09512A050E}"/>
              </a:ext>
            </a:extLst>
          </p:cNvPr>
          <p:cNvSpPr txBox="1"/>
          <p:nvPr/>
        </p:nvSpPr>
        <p:spPr>
          <a:xfrm>
            <a:off x="452285" y="2094268"/>
            <a:ext cx="10048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on-time delivery rate I calculated is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72.67%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 So, while most orders are reaching customers on time, there’s still quite a bit of room for improvement if we want to hit that 80–90% benchmark.</a:t>
            </a:r>
          </a:p>
          <a:p>
            <a:pPr algn="just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647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52AEEC-8A57-24C8-AC49-10DB1055D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IN" sz="32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7.3 : Average Traffic Delay per Route.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A7BF4-7856-641C-03D2-64E408F16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 calculated the average Traffic_Delay_Min for each route to figure out which routes are the most affected by traffic.</a:t>
            </a:r>
          </a:p>
          <a:p>
            <a:pPr marL="0" indent="0">
              <a:buNone/>
            </a:pP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pPr marL="0" indent="0">
              <a:buNone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Route_ID,</a:t>
            </a:r>
          </a:p>
          <a:p>
            <a:pPr marL="0" indent="0">
              <a:buNone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AVG(Traffic_Delay_Min) AS avg_traffic_delay_minutes</a:t>
            </a:r>
          </a:p>
          <a:p>
            <a:pPr marL="0" indent="0">
              <a:buNone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</a:p>
          <a:p>
            <a:pPr marL="0" indent="0">
              <a:buNone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Routes</a:t>
            </a:r>
          </a:p>
          <a:p>
            <a:pPr marL="0" indent="0">
              <a:buNone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</a:p>
          <a:p>
            <a:pPr marL="0" indent="0">
              <a:buNone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Route_ID</a:t>
            </a:r>
          </a:p>
          <a:p>
            <a:pPr marL="0" indent="0">
              <a:buNone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ORDER BY</a:t>
            </a:r>
          </a:p>
          <a:p>
            <a:pPr marL="0" indent="0">
              <a:buNone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avg_traffic_delay_minutes DESC;</a:t>
            </a:r>
          </a:p>
        </p:txBody>
      </p:sp>
    </p:spTree>
    <p:extLst>
      <p:ext uri="{BB962C8B-B14F-4D97-AF65-F5344CB8AC3E}">
        <p14:creationId xmlns:p14="http://schemas.microsoft.com/office/powerpoint/2010/main" val="33860912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C0893E-DC22-C8C7-FD6C-A7BC8C0FE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23" y="404091"/>
            <a:ext cx="5934903" cy="29055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703B2E-D932-18D3-2C89-6F0D449A03AC}"/>
              </a:ext>
            </a:extLst>
          </p:cNvPr>
          <p:cNvSpPr txBox="1"/>
          <p:nvPr/>
        </p:nvSpPr>
        <p:spPr>
          <a:xfrm>
            <a:off x="393291" y="4256690"/>
            <a:ext cx="109914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table gives the logistics team a clear, direct list to work with. The routes at the top are the ones that would benefit the most from using better routing software that can adjust to live traffic conditions.</a:t>
            </a:r>
          </a:p>
          <a:p>
            <a:pPr algn="just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4238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29860-ED02-9A1F-ECEA-1867A754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 My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962D3-6CBB-117F-0249-2E59E11C6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2458065"/>
            <a:ext cx="11080955" cy="3561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What I Found</a:t>
            </a: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Big Picture: My analysis shows that our overall on-time delivery rate is 72.67%. While good, there is still a big opportunity to improve.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Where We Are Losing Time:</a:t>
            </a:r>
          </a:p>
          <a:p>
            <a:pPr marL="457200" lvl="1" indent="0">
              <a:buNone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1.Inefficient Routes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I identified RT_13 and RT_14 as the least efficient routes—they take too long for the distance covered.</a:t>
            </a:r>
          </a:p>
          <a:p>
            <a:pPr marL="457200" lvl="1" indent="0">
              <a:buNone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2.Struggling Warehouses: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WH_10 is a major bottleneck, meeting its delivery promise only 63.3% of the time.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Why Delays Happen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My data shows that Traffic is the number one reason for late deliveries.</a:t>
            </a:r>
          </a:p>
          <a:p>
            <a:pPr marL="0" indent="0"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1695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4F75E6-D909-B7DB-EE93-6C7F4D22DFD6}"/>
              </a:ext>
            </a:extLst>
          </p:cNvPr>
          <p:cNvSpPr txBox="1"/>
          <p:nvPr/>
        </p:nvSpPr>
        <p:spPr>
          <a:xfrm>
            <a:off x="816077" y="1081548"/>
            <a:ext cx="947343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My Recommendations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these insights, here is what I suggest we do: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1.Investigate the Problem Routes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We need to look specifically at Routes RT_13 and RT_14. They are hurting our efficiency score, so we should check if there are better paths to take.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2.Learn from the Best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WH_09 is our top performer (83.7% on-time). We should study their process and apply it to WH_10 to help them speed up.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3.Train the Agents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I identified a specific list of agents with on-time scores below 80%. I recommend we provide them with extra training on route navigation to help boost their performance.</a:t>
            </a:r>
          </a:p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6815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438</TotalTime>
  <Words>3940</Words>
  <Application>Microsoft Office PowerPoint</Application>
  <PresentationFormat>Widescreen</PresentationFormat>
  <Paragraphs>394</Paragraphs>
  <Slides>54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Aptos</vt:lpstr>
      <vt:lpstr>Arial</vt:lpstr>
      <vt:lpstr>Century Gothic</vt:lpstr>
      <vt:lpstr>Times New Roman</vt:lpstr>
      <vt:lpstr>Wingdings 3</vt:lpstr>
      <vt:lpstr>Ion Boardroom</vt:lpstr>
      <vt:lpstr>Logistics Optimization for Delivery Routes - Flipkart</vt:lpstr>
      <vt:lpstr>Project Overview &amp; Objective</vt:lpstr>
      <vt:lpstr>Project Objective: The Solution</vt:lpstr>
      <vt:lpstr>Task 1: Data Cleaning &amp; Preparation</vt:lpstr>
      <vt:lpstr>PowerPoint Presentation</vt:lpstr>
      <vt:lpstr>Task 1.2 : Replace null Traffic_Delay_Min with the average delay for that route.</vt:lpstr>
      <vt:lpstr>PowerPoint Presentation</vt:lpstr>
      <vt:lpstr>Task 1.3 : Convert all date columns into YYYY-MM-DD format using SQL functions.</vt:lpstr>
      <vt:lpstr>PowerPoint Presentation</vt:lpstr>
      <vt:lpstr>Task 1.4 : Ensure that no Actual_Delivery_Date is before Order_Date (flag such records). </vt:lpstr>
      <vt:lpstr>PowerPoint Presentation</vt:lpstr>
      <vt:lpstr>Task 2: Delivery Delay Analysis</vt:lpstr>
      <vt:lpstr>PowerPoint Presentation</vt:lpstr>
      <vt:lpstr>PowerPoint Presentation</vt:lpstr>
      <vt:lpstr>Task 2.2 : Find Top 10 delayed routes based on average delay days.</vt:lpstr>
      <vt:lpstr>PowerPoint Presentation</vt:lpstr>
      <vt:lpstr>Task 2.3 : Use window functions to rank all orders by delay within each warehouse.</vt:lpstr>
      <vt:lpstr>PowerPoint Presentation</vt:lpstr>
      <vt:lpstr>Task 3: Route Optimization Insights</vt:lpstr>
      <vt:lpstr>PowerPoint Presentation</vt:lpstr>
      <vt:lpstr>Task 3.2 : Identify 3 routes with the worst efficiency ratio. </vt:lpstr>
      <vt:lpstr>PowerPoint Presentation</vt:lpstr>
      <vt:lpstr>Task 3.3 : Find routes with &gt;20% delayed shipments.</vt:lpstr>
      <vt:lpstr>PowerPoint Presentation</vt:lpstr>
      <vt:lpstr>Task 3.4 : Recommend potential routes for optimization.</vt:lpstr>
      <vt:lpstr>Task 4: Warehouse Performance</vt:lpstr>
      <vt:lpstr>PowerPoint Presentation</vt:lpstr>
      <vt:lpstr>Task 4.2 : Calculate total vs. delayed shipments for each warehouse</vt:lpstr>
      <vt:lpstr>PowerPoint Presentation</vt:lpstr>
      <vt:lpstr>Task 4.3 : Use CTEs to find bottleneck warehouses where processing time &gt; global average. </vt:lpstr>
      <vt:lpstr>PowerPoint Presentation</vt:lpstr>
      <vt:lpstr>Task 4.4 : Rank warehouses based on on-time delivery percentage.</vt:lpstr>
      <vt:lpstr>PowerPoint Presentation</vt:lpstr>
      <vt:lpstr>Task 5: Delivery Agent Performance</vt:lpstr>
      <vt:lpstr>PowerPoint Presentation</vt:lpstr>
      <vt:lpstr>Task 5.2 : Find agents with on-time % &lt; 80%.</vt:lpstr>
      <vt:lpstr>PowerPoint Presentation</vt:lpstr>
      <vt:lpstr>Task 5.3 : Compare average speed of top 5 vs bottom 5 agents using subqueries</vt:lpstr>
      <vt:lpstr>PowerPoint Presentation</vt:lpstr>
      <vt:lpstr>Task 5.4 : Suggest training or workload balancing strategies for low performers</vt:lpstr>
      <vt:lpstr>Task 6: Shipment Tracking Analytics </vt:lpstr>
      <vt:lpstr>PowerPoint Presentation</vt:lpstr>
      <vt:lpstr>Task 6.2 : Find the most common delay reasons (excluding None).</vt:lpstr>
      <vt:lpstr>PowerPoint Presentation</vt:lpstr>
      <vt:lpstr>Task 6.3 : Identify orders with &gt;2 delayed checkpoints</vt:lpstr>
      <vt:lpstr>PowerPoint Presentation</vt:lpstr>
      <vt:lpstr>Task 7: Advanced KPI Reporting </vt:lpstr>
      <vt:lpstr>PowerPoint Presentation</vt:lpstr>
      <vt:lpstr>Task 7.2 : On-Time Delivery % = (Total On-Time Deliveries / Total Deliveries) * 100.</vt:lpstr>
      <vt:lpstr>PowerPoint Presentation</vt:lpstr>
      <vt:lpstr>Task 7.3 : Average Traffic Delay per Route.</vt:lpstr>
      <vt:lpstr>PowerPoint Presentation</vt:lpstr>
      <vt:lpstr>Conclusion and  My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Preetham Danthi</dc:creator>
  <cp:lastModifiedBy>Preetham Danthi</cp:lastModifiedBy>
  <cp:revision>4</cp:revision>
  <dcterms:created xsi:type="dcterms:W3CDTF">2025-11-11T18:06:25Z</dcterms:created>
  <dcterms:modified xsi:type="dcterms:W3CDTF">2026-06-18T11:06:28Z</dcterms:modified>
</cp:coreProperties>
</file>